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5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6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7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8.xml" ContentType="application/vnd.openxmlformats-officedocument.theme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9.xml" ContentType="application/vnd.openxmlformats-officedocument.theme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10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theme/theme11.xml" ContentType="application/vnd.openxmlformats-officedocument.theme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theme/theme12.xml" ContentType="application/vnd.openxmlformats-officedocument.theme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8" r:id="rId4"/>
    <p:sldMasterId id="2147483660" r:id="rId5"/>
    <p:sldMasterId id="2147483779" r:id="rId6"/>
    <p:sldMasterId id="2147483796" r:id="rId7"/>
    <p:sldMasterId id="2147483842" r:id="rId8"/>
    <p:sldMasterId id="2147483852" r:id="rId9"/>
    <p:sldMasterId id="2147483863" r:id="rId10"/>
    <p:sldMasterId id="2147483913" r:id="rId11"/>
    <p:sldMasterId id="2147483924" r:id="rId12"/>
    <p:sldMasterId id="2147483933" r:id="rId13"/>
    <p:sldMasterId id="2147483943" r:id="rId14"/>
    <p:sldMasterId id="2147483969" r:id="rId15"/>
    <p:sldMasterId id="2147483977" r:id="rId16"/>
  </p:sldMasterIdLst>
  <p:notesMasterIdLst>
    <p:notesMasterId r:id="rId23"/>
  </p:notesMasterIdLst>
  <p:sldIdLst>
    <p:sldId id="2147480880" r:id="rId17"/>
    <p:sldId id="2147481452" r:id="rId18"/>
    <p:sldId id="2147481453" r:id="rId19"/>
    <p:sldId id="2147481454" r:id="rId20"/>
    <p:sldId id="2147481455" r:id="rId21"/>
    <p:sldId id="214748145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9968958-1DE3-3101-A731-AD0870197D6C}" name="Niharika Chawla" initials="NC" userId="S::niharika.chawla@3scanalytics.eu::2fe60157-439b-43cc-94b8-8e0acf0a01c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5025"/>
    <a:srgbClr val="F27E16"/>
    <a:srgbClr val="E45224"/>
    <a:srgbClr val="F7CCBF"/>
    <a:srgbClr val="BFBFBF"/>
    <a:srgbClr val="0E6ABF"/>
    <a:srgbClr val="ED7D31"/>
    <a:srgbClr val="767171"/>
    <a:srgbClr val="E75026"/>
    <a:srgbClr val="23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D9E60C-9646-4495-9E65-87832FD83949}" v="75" dt="2026-04-09T05:32:15.7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2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5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1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" Target="slides/slide4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3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6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utam Rathod" userId="5b2f1f32-f56e-48ba-afd0-e307ab376ef2" providerId="ADAL" clId="{EADCFD87-3233-4B7B-9881-5D36539996BA}"/>
    <pc:docChg chg="custSel delSld modSld">
      <pc:chgData name="Gautam Rathod" userId="5b2f1f32-f56e-48ba-afd0-e307ab376ef2" providerId="ADAL" clId="{EADCFD87-3233-4B7B-9881-5D36539996BA}" dt="2026-04-09T05:32:15.753" v="74" actId="1076"/>
      <pc:docMkLst>
        <pc:docMk/>
      </pc:docMkLst>
      <pc:sldChg chg="del">
        <pc:chgData name="Gautam Rathod" userId="5b2f1f32-f56e-48ba-afd0-e307ab376ef2" providerId="ADAL" clId="{EADCFD87-3233-4B7B-9881-5D36539996BA}" dt="2026-04-09T05:29:17.861" v="0" actId="47"/>
        <pc:sldMkLst>
          <pc:docMk/>
          <pc:sldMk cId="335977822" sldId="2147480898"/>
        </pc:sldMkLst>
      </pc:sldChg>
      <pc:sldChg chg="addSp delSp modSp mod modClrScheme chgLayout">
        <pc:chgData name="Gautam Rathod" userId="5b2f1f32-f56e-48ba-afd0-e307ab376ef2" providerId="ADAL" clId="{EADCFD87-3233-4B7B-9881-5D36539996BA}" dt="2026-04-09T05:32:15.753" v="74" actId="1076"/>
        <pc:sldMkLst>
          <pc:docMk/>
          <pc:sldMk cId="2807414806" sldId="2147481179"/>
        </pc:sldMkLst>
        <pc:spChg chg="mod ord">
          <ac:chgData name="Gautam Rathod" userId="5b2f1f32-f56e-48ba-afd0-e307ab376ef2" providerId="ADAL" clId="{EADCFD87-3233-4B7B-9881-5D36539996BA}" dt="2026-04-09T05:29:33.667" v="14" actId="20577"/>
          <ac:spMkLst>
            <pc:docMk/>
            <pc:sldMk cId="2807414806" sldId="2147481179"/>
            <ac:spMk id="2" creationId="{8B7FA0C7-21E3-5A57-582C-D613BA62F243}"/>
          </ac:spMkLst>
        </pc:spChg>
        <pc:spChg chg="mod ord">
          <ac:chgData name="Gautam Rathod" userId="5b2f1f32-f56e-48ba-afd0-e307ab376ef2" providerId="ADAL" clId="{EADCFD87-3233-4B7B-9881-5D36539996BA}" dt="2026-04-09T05:29:38.436" v="29" actId="20577"/>
          <ac:spMkLst>
            <pc:docMk/>
            <pc:sldMk cId="2807414806" sldId="2147481179"/>
            <ac:spMk id="3" creationId="{7805BDD7-C4A8-C48E-AC20-B1576436542B}"/>
          </ac:spMkLst>
        </pc:spChg>
        <pc:spChg chg="add del mod">
          <ac:chgData name="Gautam Rathod" userId="5b2f1f32-f56e-48ba-afd0-e307ab376ef2" providerId="ADAL" clId="{EADCFD87-3233-4B7B-9881-5D36539996BA}" dt="2026-04-09T05:29:26.779" v="3" actId="6264"/>
          <ac:spMkLst>
            <pc:docMk/>
            <pc:sldMk cId="2807414806" sldId="2147481179"/>
            <ac:spMk id="7" creationId="{87CEE7B1-6EB8-005D-707C-27B201D5C4DB}"/>
          </ac:spMkLst>
        </pc:spChg>
        <pc:spChg chg="add del mod">
          <ac:chgData name="Gautam Rathod" userId="5b2f1f32-f56e-48ba-afd0-e307ab376ef2" providerId="ADAL" clId="{EADCFD87-3233-4B7B-9881-5D36539996BA}" dt="2026-04-09T05:29:26.779" v="3" actId="6264"/>
          <ac:spMkLst>
            <pc:docMk/>
            <pc:sldMk cId="2807414806" sldId="2147481179"/>
            <ac:spMk id="8" creationId="{7682B35D-C5F2-F4E4-505F-F1956C9AD512}"/>
          </ac:spMkLst>
        </pc:spChg>
        <pc:spChg chg="add mod">
          <ac:chgData name="Gautam Rathod" userId="5b2f1f32-f56e-48ba-afd0-e307ab376ef2" providerId="ADAL" clId="{EADCFD87-3233-4B7B-9881-5D36539996BA}" dt="2026-04-09T05:32:15.753" v="74" actId="1076"/>
          <ac:spMkLst>
            <pc:docMk/>
            <pc:sldMk cId="2807414806" sldId="2147481179"/>
            <ac:spMk id="9" creationId="{23B7182D-C43C-5C46-46B6-52B68E228C23}"/>
          </ac:spMkLst>
        </pc:spChg>
        <pc:spChg chg="add mod">
          <ac:chgData name="Gautam Rathod" userId="5b2f1f32-f56e-48ba-afd0-e307ab376ef2" providerId="ADAL" clId="{EADCFD87-3233-4B7B-9881-5D36539996BA}" dt="2026-04-09T05:31:39.392" v="72" actId="14100"/>
          <ac:spMkLst>
            <pc:docMk/>
            <pc:sldMk cId="2807414806" sldId="2147481179"/>
            <ac:spMk id="10" creationId="{76A7EAB3-6273-1B90-0F93-8044A27C900C}"/>
          </ac:spMkLst>
        </pc:spChg>
        <pc:spChg chg="del">
          <ac:chgData name="Gautam Rathod" userId="5b2f1f32-f56e-48ba-afd0-e307ab376ef2" providerId="ADAL" clId="{EADCFD87-3233-4B7B-9881-5D36539996BA}" dt="2026-04-09T05:29:22.269" v="1" actId="478"/>
          <ac:spMkLst>
            <pc:docMk/>
            <pc:sldMk cId="2807414806" sldId="2147481179"/>
            <ac:spMk id="30" creationId="{BAE828EB-88CD-BF33-E05B-1458A841CD17}"/>
          </ac:spMkLst>
        </pc:spChg>
        <pc:spChg chg="del">
          <ac:chgData name="Gautam Rathod" userId="5b2f1f32-f56e-48ba-afd0-e307ab376ef2" providerId="ADAL" clId="{EADCFD87-3233-4B7B-9881-5D36539996BA}" dt="2026-04-09T05:29:22.269" v="1" actId="478"/>
          <ac:spMkLst>
            <pc:docMk/>
            <pc:sldMk cId="2807414806" sldId="2147481179"/>
            <ac:spMk id="33" creationId="{0980EEFC-80C2-566D-5841-50A621EBFC7B}"/>
          </ac:spMkLst>
        </pc:spChg>
        <pc:spChg chg="del">
          <ac:chgData name="Gautam Rathod" userId="5b2f1f32-f56e-48ba-afd0-e307ab376ef2" providerId="ADAL" clId="{EADCFD87-3233-4B7B-9881-5D36539996BA}" dt="2026-04-09T05:29:22.269" v="1" actId="478"/>
          <ac:spMkLst>
            <pc:docMk/>
            <pc:sldMk cId="2807414806" sldId="2147481179"/>
            <ac:spMk id="35" creationId="{2F718759-2776-4A5E-ABAD-BD2F1510454B}"/>
          </ac:spMkLst>
        </pc:spChg>
        <pc:spChg chg="del">
          <ac:chgData name="Gautam Rathod" userId="5b2f1f32-f56e-48ba-afd0-e307ab376ef2" providerId="ADAL" clId="{EADCFD87-3233-4B7B-9881-5D36539996BA}" dt="2026-04-09T05:29:22.269" v="1" actId="478"/>
          <ac:spMkLst>
            <pc:docMk/>
            <pc:sldMk cId="2807414806" sldId="2147481179"/>
            <ac:spMk id="57" creationId="{96B3D113-24B5-115D-CA5E-F2C614D2E0E1}"/>
          </ac:spMkLst>
        </pc:spChg>
        <pc:spChg chg="del">
          <ac:chgData name="Gautam Rathod" userId="5b2f1f32-f56e-48ba-afd0-e307ab376ef2" providerId="ADAL" clId="{EADCFD87-3233-4B7B-9881-5D36539996BA}" dt="2026-04-09T05:29:22.269" v="1" actId="478"/>
          <ac:spMkLst>
            <pc:docMk/>
            <pc:sldMk cId="2807414806" sldId="2147481179"/>
            <ac:spMk id="62" creationId="{189AC20F-29CA-F901-6378-108D656D5A54}"/>
          </ac:spMkLst>
        </pc:spChg>
        <pc:spChg chg="del">
          <ac:chgData name="Gautam Rathod" userId="5b2f1f32-f56e-48ba-afd0-e307ab376ef2" providerId="ADAL" clId="{EADCFD87-3233-4B7B-9881-5D36539996BA}" dt="2026-04-09T05:29:22.269" v="1" actId="478"/>
          <ac:spMkLst>
            <pc:docMk/>
            <pc:sldMk cId="2807414806" sldId="2147481179"/>
            <ac:spMk id="63" creationId="{B1F39917-8AEB-2530-5CD7-4A4658ABC3EB}"/>
          </ac:spMkLst>
        </pc:spChg>
        <pc:spChg chg="del">
          <ac:chgData name="Gautam Rathod" userId="5b2f1f32-f56e-48ba-afd0-e307ab376ef2" providerId="ADAL" clId="{EADCFD87-3233-4B7B-9881-5D36539996BA}" dt="2026-04-09T05:29:22.269" v="1" actId="478"/>
          <ac:spMkLst>
            <pc:docMk/>
            <pc:sldMk cId="2807414806" sldId="2147481179"/>
            <ac:spMk id="64" creationId="{4A89B329-99D1-7BEB-AD1A-0F1F47A7E9DC}"/>
          </ac:spMkLst>
        </pc:spChg>
        <pc:spChg chg="del">
          <ac:chgData name="Gautam Rathod" userId="5b2f1f32-f56e-48ba-afd0-e307ab376ef2" providerId="ADAL" clId="{EADCFD87-3233-4B7B-9881-5D36539996BA}" dt="2026-04-09T05:29:22.269" v="1" actId="478"/>
          <ac:spMkLst>
            <pc:docMk/>
            <pc:sldMk cId="2807414806" sldId="2147481179"/>
            <ac:spMk id="76" creationId="{225419D6-C775-AC5B-113B-567F0F8A456F}"/>
          </ac:spMkLst>
        </pc:spChg>
        <pc:spChg chg="del">
          <ac:chgData name="Gautam Rathod" userId="5b2f1f32-f56e-48ba-afd0-e307ab376ef2" providerId="ADAL" clId="{EADCFD87-3233-4B7B-9881-5D36539996BA}" dt="2026-04-09T05:29:22.269" v="1" actId="478"/>
          <ac:spMkLst>
            <pc:docMk/>
            <pc:sldMk cId="2807414806" sldId="2147481179"/>
            <ac:spMk id="601" creationId="{D580F7E1-6593-22A2-073E-5241D627F488}"/>
          </ac:spMkLst>
        </pc:spChg>
        <pc:spChg chg="del">
          <ac:chgData name="Gautam Rathod" userId="5b2f1f32-f56e-48ba-afd0-e307ab376ef2" providerId="ADAL" clId="{EADCFD87-3233-4B7B-9881-5D36539996BA}" dt="2026-04-09T05:29:22.269" v="1" actId="478"/>
          <ac:spMkLst>
            <pc:docMk/>
            <pc:sldMk cId="2807414806" sldId="2147481179"/>
            <ac:spMk id="1228" creationId="{244FC9B5-DE48-8A38-4A36-C4DE90E89AD1}"/>
          </ac:spMkLst>
        </pc:spChg>
        <pc:picChg chg="add mod">
          <ac:chgData name="Gautam Rathod" userId="5b2f1f32-f56e-48ba-afd0-e307ab376ef2" providerId="ADAL" clId="{EADCFD87-3233-4B7B-9881-5D36539996BA}" dt="2026-04-09T05:32:15.753" v="74" actId="1076"/>
          <ac:picMkLst>
            <pc:docMk/>
            <pc:sldMk cId="2807414806" sldId="2147481179"/>
            <ac:picMk id="1026" creationId="{9884B2B1-45B4-35D5-4131-D7074502F9B4}"/>
          </ac:picMkLst>
        </pc:picChg>
      </pc:sldChg>
      <pc:sldChg chg="del">
        <pc:chgData name="Gautam Rathod" userId="5b2f1f32-f56e-48ba-afd0-e307ab376ef2" providerId="ADAL" clId="{EADCFD87-3233-4B7B-9881-5D36539996BA}" dt="2026-04-09T05:29:17.861" v="0" actId="47"/>
        <pc:sldMkLst>
          <pc:docMk/>
          <pc:sldMk cId="2839068277" sldId="2147481199"/>
        </pc:sldMkLst>
      </pc:sldChg>
      <pc:sldChg chg="del">
        <pc:chgData name="Gautam Rathod" userId="5b2f1f32-f56e-48ba-afd0-e307ab376ef2" providerId="ADAL" clId="{EADCFD87-3233-4B7B-9881-5D36539996BA}" dt="2026-04-09T05:29:17.861" v="0" actId="47"/>
        <pc:sldMkLst>
          <pc:docMk/>
          <pc:sldMk cId="3418941642" sldId="2147481211"/>
        </pc:sldMkLst>
      </pc:sldChg>
      <pc:sldChg chg="del">
        <pc:chgData name="Gautam Rathod" userId="5b2f1f32-f56e-48ba-afd0-e307ab376ef2" providerId="ADAL" clId="{EADCFD87-3233-4B7B-9881-5D36539996BA}" dt="2026-04-09T05:29:17.861" v="0" actId="47"/>
        <pc:sldMkLst>
          <pc:docMk/>
          <pc:sldMk cId="3840327066" sldId="214748144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Neue Montreal" pitchFamily="2" charset="77"/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Neue Montreal" pitchFamily="2" charset="77"/>
              </a:defRPr>
            </a:lvl1pPr>
          </a:lstStyle>
          <a:p>
            <a:fld id="{06424FA8-D930-4723-89A1-48356D8123F0}" type="datetimeFigureOut">
              <a:rPr lang="en-IN" smtClean="0"/>
              <a:pPr/>
              <a:t>16-04-2026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Neue Montreal" pitchFamily="2" charset="77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Neue Montreal" pitchFamily="2" charset="77"/>
              </a:defRPr>
            </a:lvl1pPr>
          </a:lstStyle>
          <a:p>
            <a:fld id="{9E855C45-A39A-47BC-BF2A-782C9005C9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13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Neue Montreal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Neue Montreal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Neue Montreal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Neue Montreal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Neue Montreal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5E6F39A-087C-489D-E5FC-E11B8B325F75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6282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D99ED24C-4834-4C9E-D040-536FE776D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44BCB2B-7CED-97BC-41B6-CC02B6E4493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2337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F6A4F6C-7F57-1AB6-35A6-7BEBD652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lvl1pPr>
              <a:defRPr sz="11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5AB3DADD-F82E-8651-453B-93DA268BD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32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780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79035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6337F5B-6081-9D06-9C50-9D03C883B1F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4194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4B44BA4-81F9-DFA4-BAC7-107AABBDD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396619CC-6B91-2365-BBE4-180F4C8079B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9886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751895EF-59BF-71C5-8778-E9BC9444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922ACC7E-C412-E1D5-3B04-92634B82CBE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1507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A3227670-E458-7C5F-9934-DD4618919E77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3810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AADE09A-31F9-1E49-7263-D2FF80C2D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685E394C-D2B6-50D6-6ABB-A324E9B33AEC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7160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9435A577-FE93-363D-8B13-6C75420640E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1957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80F10D6E-9259-EED6-2032-1869908EB55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8504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B5E7763E-5105-6D10-3311-199875014FC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4177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75D4E9C7-2086-47F2-B634-F070991A6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E0BA2B10-EE23-E836-A35F-2393440CC87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1540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9F2453C5-FDED-92FC-C79E-CF03FA6E9D2B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546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97674CE8-958C-7911-AB03-7347FBE47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0EA9B086-8859-63C0-C6A8-98A2DE60F16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57650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90186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206E9D67-6587-AC60-2FB6-29F0E8FFAB3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0663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C28F319-EA67-3E78-23AB-A349FD912801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2309" y="-1615"/>
            <a:chExt cx="12123930" cy="6769216"/>
          </a:xfrm>
        </p:grpSpPr>
        <p:pic>
          <p:nvPicPr>
            <p:cNvPr id="8" name="Picture 7" descr="Diagram&#10;&#10;Description automatically generated">
              <a:extLst>
                <a:ext uri="{FF2B5EF4-FFF2-40B4-BE49-F238E27FC236}">
                  <a16:creationId xmlns:a16="http://schemas.microsoft.com/office/drawing/2014/main" id="{C4F8F453-CE99-37A8-DD25-DC6049788E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-491" b="-110"/>
            <a:stretch/>
          </p:blipFill>
          <p:spPr>
            <a:xfrm>
              <a:off x="2309" y="-1615"/>
              <a:ext cx="12123930" cy="676921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46119E-2702-9209-C3C4-3897D205C723}"/>
                </a:ext>
              </a:extLst>
            </p:cNvPr>
            <p:cNvSpPr/>
            <p:nvPr/>
          </p:nvSpPr>
          <p:spPr>
            <a:xfrm>
              <a:off x="6613863" y="1923494"/>
              <a:ext cx="4453631" cy="3699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" name="TextBox 2">
            <a:extLst>
              <a:ext uri="{FF2B5EF4-FFF2-40B4-BE49-F238E27FC236}">
                <a16:creationId xmlns:a16="http://schemas.microsoft.com/office/drawing/2014/main" id="{89C58F37-CED5-9C1B-5D67-3ABC61189023}"/>
              </a:ext>
            </a:extLst>
          </p:cNvPr>
          <p:cNvSpPr txBox="1"/>
          <p:nvPr userDrawn="1"/>
        </p:nvSpPr>
        <p:spPr>
          <a:xfrm>
            <a:off x="6452114" y="5508611"/>
            <a:ext cx="5167735" cy="778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u="none">
                <a:solidFill>
                  <a:srgbClr val="000000"/>
                </a:solidFill>
                <a:latin typeface="Neue Montreal"/>
              </a:rPr>
              <a:t>Creating</a:t>
            </a:r>
            <a:r>
              <a:rPr lang="en-US" sz="3200" u="none">
                <a:solidFill>
                  <a:srgbClr val="E75026"/>
                </a:solidFill>
                <a:latin typeface="Neue Montreal"/>
              </a:rPr>
              <a:t> Sustainable </a:t>
            </a:r>
            <a:r>
              <a:rPr lang="en-US" sz="3200" u="none">
                <a:solidFill>
                  <a:srgbClr val="000000"/>
                </a:solidFill>
                <a:latin typeface="Neue Montreal"/>
              </a:rPr>
              <a:t>Value </a:t>
            </a:r>
          </a:p>
        </p:txBody>
      </p:sp>
      <p:pic>
        <p:nvPicPr>
          <p:cNvPr id="14" name="Picture 1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EDD57A9-7C40-677E-543D-22FADB728D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14486"/>
          <a:stretch/>
        </p:blipFill>
        <p:spPr>
          <a:xfrm>
            <a:off x="8941780" y="4447472"/>
            <a:ext cx="3038067" cy="125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582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4B44BA4-81F9-DFA4-BAC7-107AABBDD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6441DF66-C6FF-69B0-14BA-363E175787F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0027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08772074-6D58-B5E6-6345-3696EDD781B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17029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AADE09A-31F9-1E49-7263-D2FF80C2D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5D0E384D-78A7-E548-B500-5213C600A7C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72331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9B645D57-5BC1-B049-C24A-67FEA2BB103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52266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EE408AA0-EF24-6D73-229F-978F593AF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E5C15447-9DE6-1E3B-86B6-F249F02357BA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36442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202218F-079F-3A02-517F-A1CB2BEA29EC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80712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8F0A0FB5-F4CD-BAD6-DE5C-223CFD6ECCF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5130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749CE911-E0DD-C282-FF77-2F52DEB05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FFFB98A7-50D7-3545-CF7A-64CE772F8BB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74727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C28F319-EA67-3E78-23AB-A349FD912801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2309" y="-1615"/>
            <a:chExt cx="12123930" cy="6769216"/>
          </a:xfrm>
        </p:grpSpPr>
        <p:pic>
          <p:nvPicPr>
            <p:cNvPr id="8" name="Picture 7" descr="Diagram&#10;&#10;Description automatically generated">
              <a:extLst>
                <a:ext uri="{FF2B5EF4-FFF2-40B4-BE49-F238E27FC236}">
                  <a16:creationId xmlns:a16="http://schemas.microsoft.com/office/drawing/2014/main" id="{C4F8F453-CE99-37A8-DD25-DC6049788E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-491" b="-110"/>
            <a:stretch/>
          </p:blipFill>
          <p:spPr>
            <a:xfrm>
              <a:off x="2309" y="-1615"/>
              <a:ext cx="12123930" cy="676921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46119E-2702-9209-C3C4-3897D205C723}"/>
                </a:ext>
              </a:extLst>
            </p:cNvPr>
            <p:cNvSpPr/>
            <p:nvPr/>
          </p:nvSpPr>
          <p:spPr>
            <a:xfrm>
              <a:off x="6613863" y="1923494"/>
              <a:ext cx="4453631" cy="3699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" name="TextBox 2">
            <a:extLst>
              <a:ext uri="{FF2B5EF4-FFF2-40B4-BE49-F238E27FC236}">
                <a16:creationId xmlns:a16="http://schemas.microsoft.com/office/drawing/2014/main" id="{89C58F37-CED5-9C1B-5D67-3ABC61189023}"/>
              </a:ext>
            </a:extLst>
          </p:cNvPr>
          <p:cNvSpPr txBox="1"/>
          <p:nvPr userDrawn="1"/>
        </p:nvSpPr>
        <p:spPr>
          <a:xfrm>
            <a:off x="6452114" y="5508611"/>
            <a:ext cx="5167735" cy="778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u="none">
                <a:solidFill>
                  <a:srgbClr val="000000"/>
                </a:solidFill>
                <a:latin typeface="Neue Montreal"/>
              </a:rPr>
              <a:t>Creating</a:t>
            </a:r>
            <a:r>
              <a:rPr lang="en-US" sz="3200" u="none">
                <a:solidFill>
                  <a:srgbClr val="E75026"/>
                </a:solidFill>
                <a:latin typeface="Neue Montreal"/>
              </a:rPr>
              <a:t> Sustainable </a:t>
            </a:r>
            <a:r>
              <a:rPr lang="en-US" sz="3200" u="none">
                <a:solidFill>
                  <a:srgbClr val="000000"/>
                </a:solidFill>
                <a:latin typeface="Neue Montreal"/>
              </a:rPr>
              <a:t>Value </a:t>
            </a:r>
          </a:p>
        </p:txBody>
      </p:sp>
      <p:pic>
        <p:nvPicPr>
          <p:cNvPr id="14" name="Picture 1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EDD57A9-7C40-677E-543D-22FADB728D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14486"/>
          <a:stretch/>
        </p:blipFill>
        <p:spPr>
          <a:xfrm>
            <a:off x="8941780" y="4447472"/>
            <a:ext cx="3038067" cy="125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2756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90186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EDF96ACE-E625-107E-2677-41C5A882E2B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01196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4B9C3470-098D-BF7C-6FB4-8F7DE7B1C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DC649B3-F18C-2382-9E74-906E1FAF9576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68090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F4587B72-C498-C497-D1F4-7AD4078C85C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F4661A34-40AD-2D57-3E64-CDB6B7B4F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2462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83D8D979-606E-D7AB-FCAC-53F49B2A2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48A622A3-B52A-37C8-41C6-800CE61DEA5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29507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EE56E738-B302-2479-2552-C63FBF06380F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70085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C282D648-05C8-5F52-39F0-6FBC93552E2E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18518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101D2FC3-908B-944E-C222-DC5A2939F8E7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71197363-2817-9EBD-10E8-6462100B8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3672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AF29E8F5-153D-6FD5-6E0D-07A915AF2F07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62211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B9CE134-18C8-3AE2-8ABB-CA9755287A9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58418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1EF7DCB-7F4C-9201-B047-6D99730D4E4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7F04FAF-C009-CC87-D0AB-B8D7FE90F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4221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A5BBA304-238C-B4EB-28C9-F40D6ADA251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897403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CEABB8FB-B0A2-28C1-A4C8-836D2BC35D3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88805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217BD98B-43B2-20CA-EBA9-261EB57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52892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29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E54EF23-1595-4A90-8BC1-EE63A85BA4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13" y="56436"/>
            <a:ext cx="9559636" cy="505259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1B66"/>
                </a:solidFill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F6A4F6C-7F57-1AB6-35A6-7BEBD652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lvl1pPr>
              <a:defRPr sz="1100"/>
            </a:lvl1pPr>
          </a:lstStyle>
          <a:p>
            <a:fld id="{CA34ACFD-94DD-4559-94BA-C356EE13C0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04553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E5EC600-EF52-43A2-A65C-0CEFF3486D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4" y="97304"/>
            <a:ext cx="10515600" cy="441599"/>
          </a:xfrm>
          <a:prstGeom prst="rect">
            <a:avLst/>
          </a:prstGeom>
        </p:spPr>
        <p:txBody>
          <a:bodyPr anchor="t"/>
          <a:lstStyle>
            <a:lvl1pPr>
              <a:defRPr sz="3200" b="1">
                <a:solidFill>
                  <a:srgbClr val="251B66"/>
                </a:solidFill>
                <a:latin typeface="+mj-lt"/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6990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99416"/>
            <a:ext cx="11086252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32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8A82E60-F6FC-C5EC-1BCA-E04D1B5A0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480" y="79247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2200">
                <a:latin typeface="Neue Montreal" pitchFamily="2" charset="77"/>
              </a:defRPr>
            </a:lvl1pPr>
            <a:lvl2pPr marL="742950" indent="-285750">
              <a:buFont typeface="Arial" panose="020B0604020202020204" pitchFamily="34" charset="0"/>
              <a:buChar char="•"/>
              <a:defRPr sz="2000">
                <a:latin typeface="Neue Montreal" pitchFamily="2" charset="77"/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>
                <a:latin typeface="Neue Montreal" pitchFamily="2" charset="77"/>
              </a:defRPr>
            </a:lvl3pPr>
            <a:lvl4pPr marL="1657350" indent="-285750">
              <a:buFont typeface="Arial" panose="020B0604020202020204" pitchFamily="34" charset="0"/>
              <a:buChar char="•"/>
              <a:defRPr sz="1600">
                <a:latin typeface="Neue Montreal" pitchFamily="2" charset="77"/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latin typeface="Neue Montreal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7694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8950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0812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351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79035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6337F5B-6081-9D06-9C50-9D03C883B1F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175850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217BD98B-43B2-20CA-EBA9-261EB57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6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1" y="6492876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91901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E5EC600-EF52-43A2-A65C-0CEFF3486D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4" y="97304"/>
            <a:ext cx="10515600" cy="441599"/>
          </a:xfrm>
          <a:prstGeom prst="rect">
            <a:avLst/>
          </a:prstGeom>
        </p:spPr>
        <p:txBody>
          <a:bodyPr anchor="t"/>
          <a:lstStyle>
            <a:lvl1pPr>
              <a:defRPr sz="3200" b="1">
                <a:solidFill>
                  <a:srgbClr val="251B66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19858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217BD98B-43B2-20CA-EBA9-261EB57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794731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827473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3E0A9-E1AA-4F62-9C55-6536FA240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5AE7A8-0F59-47BC-8238-AB8F69D56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45E535D8-68D2-3B45-84E2-82A498882B5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39060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D99ED24C-4834-4C9E-D040-536FE776D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44BCB2B-7CED-97BC-41B6-CC02B6E4493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303101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27BA280C-6536-E933-4362-024A6089E9CA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968340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E54EF23-1595-4A90-8BC1-EE63A85BA4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13" y="56436"/>
            <a:ext cx="9559636" cy="505259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1B66"/>
                </a:solidFill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B65D43-1614-F6F0-27C5-BB4A6DE50D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34ACFD-94DD-4559-94BA-C356EE13C0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34212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4B44BA4-81F9-DFA4-BAC7-107AABBDD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6441DF66-C6FF-69B0-14BA-363E175787F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944022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658CA22B-698A-7D34-AB73-E41DD570E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50FA4142-40A3-F552-625E-3EAA3A8E7F47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36999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08772074-6D58-B5E6-6345-3696EDD781B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103940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AADE09A-31F9-1E49-7263-D2FF80C2D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5D0E384D-78A7-E548-B500-5213C600A7C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107705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9B645D57-5BC1-B049-C24A-67FEA2BB103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035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EE408AA0-EF24-6D73-229F-978F593AF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E5C15447-9DE6-1E3B-86B6-F249F02357BA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143577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202218F-079F-3A02-517F-A1CB2BEA29EC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890089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8F0A0FB5-F4CD-BAD6-DE5C-223CFD6ECCF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281470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749CE911-E0DD-C282-FF77-2F52DEB05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FFFB98A7-50D7-3545-CF7A-64CE772F8BB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470189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C28F319-EA67-3E78-23AB-A349FD912801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2309" y="-1615"/>
            <a:chExt cx="12123930" cy="6769216"/>
          </a:xfrm>
        </p:grpSpPr>
        <p:pic>
          <p:nvPicPr>
            <p:cNvPr id="8" name="Picture 7" descr="Diagram&#10;&#10;Description automatically generated">
              <a:extLst>
                <a:ext uri="{FF2B5EF4-FFF2-40B4-BE49-F238E27FC236}">
                  <a16:creationId xmlns:a16="http://schemas.microsoft.com/office/drawing/2014/main" id="{C4F8F453-CE99-37A8-DD25-DC6049788E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-491" b="-110"/>
            <a:stretch/>
          </p:blipFill>
          <p:spPr>
            <a:xfrm>
              <a:off x="2309" y="-1615"/>
              <a:ext cx="12123930" cy="676921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46119E-2702-9209-C3C4-3897D205C723}"/>
                </a:ext>
              </a:extLst>
            </p:cNvPr>
            <p:cNvSpPr/>
            <p:nvPr/>
          </p:nvSpPr>
          <p:spPr>
            <a:xfrm>
              <a:off x="6613863" y="1923494"/>
              <a:ext cx="4453631" cy="3699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" name="TextBox 2">
            <a:extLst>
              <a:ext uri="{FF2B5EF4-FFF2-40B4-BE49-F238E27FC236}">
                <a16:creationId xmlns:a16="http://schemas.microsoft.com/office/drawing/2014/main" id="{89C58F37-CED5-9C1B-5D67-3ABC61189023}"/>
              </a:ext>
            </a:extLst>
          </p:cNvPr>
          <p:cNvSpPr txBox="1"/>
          <p:nvPr userDrawn="1"/>
        </p:nvSpPr>
        <p:spPr>
          <a:xfrm>
            <a:off x="6452114" y="5508611"/>
            <a:ext cx="5167735" cy="778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u="none">
                <a:solidFill>
                  <a:srgbClr val="000000"/>
                </a:solidFill>
                <a:latin typeface="Neue Montreal"/>
              </a:rPr>
              <a:t>Creating</a:t>
            </a:r>
            <a:r>
              <a:rPr lang="en-US" sz="3200" u="none">
                <a:solidFill>
                  <a:srgbClr val="E75026"/>
                </a:solidFill>
                <a:latin typeface="Neue Montreal"/>
              </a:rPr>
              <a:t> Sustainable </a:t>
            </a:r>
            <a:r>
              <a:rPr lang="en-US" sz="3200" u="none">
                <a:solidFill>
                  <a:srgbClr val="000000"/>
                </a:solidFill>
                <a:latin typeface="Neue Montreal"/>
              </a:rPr>
              <a:t>Value </a:t>
            </a:r>
          </a:p>
        </p:txBody>
      </p:sp>
      <p:pic>
        <p:nvPicPr>
          <p:cNvPr id="14" name="Picture 1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EDD57A9-7C40-677E-543D-22FADB728D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14486"/>
          <a:stretch/>
        </p:blipFill>
        <p:spPr>
          <a:xfrm>
            <a:off x="8941780" y="4447472"/>
            <a:ext cx="3038067" cy="125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70855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90186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EDF96ACE-E625-107E-2677-41C5A882E2B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01934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4B9C3470-098D-BF7C-6FB4-8F7DE7B1C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DC649B3-F18C-2382-9E74-906E1FAF9576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29592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F4587B72-C498-C497-D1F4-7AD4078C85C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F4661A34-40AD-2D57-3E64-CDB6B7B4F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33428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83D8D979-606E-D7AB-FCAC-53F49B2A2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48A622A3-B52A-37C8-41C6-800CE61DEA5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035549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EE56E738-B302-2479-2552-C63FBF06380F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04163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C282D648-05C8-5F52-39F0-6FBC93552E2E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56383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101D2FC3-908B-944E-C222-DC5A2939F8E7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71197363-2817-9EBD-10E8-6462100B8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18892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AF29E8F5-153D-6FD5-6E0D-07A915AF2F07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525731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B9CE134-18C8-3AE2-8ABB-CA9755287A9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254127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1EF7DCB-7F4C-9201-B047-6D99730D4E4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7F04FAF-C009-CC87-D0AB-B8D7FE90F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79878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A5BBA304-238C-B4EB-28C9-F40D6ADA251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995332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79035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6337F5B-6081-9D06-9C50-9D03C883B1F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605137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99416"/>
            <a:ext cx="11086252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32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8A82E60-F6FC-C5EC-1BCA-E04D1B5A0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480" y="79247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2200">
                <a:latin typeface="Neue Montreal" pitchFamily="2" charset="77"/>
              </a:defRPr>
            </a:lvl1pPr>
            <a:lvl2pPr marL="742950" indent="-285750">
              <a:buFont typeface="Arial" panose="020B0604020202020204" pitchFamily="34" charset="0"/>
              <a:buChar char="•"/>
              <a:defRPr sz="2000">
                <a:latin typeface="Neue Montreal" pitchFamily="2" charset="77"/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>
                <a:latin typeface="Neue Montreal" pitchFamily="2" charset="77"/>
              </a:defRPr>
            </a:lvl3pPr>
            <a:lvl4pPr marL="1657350" indent="-285750">
              <a:buFont typeface="Arial" panose="020B0604020202020204" pitchFamily="34" charset="0"/>
              <a:buChar char="•"/>
              <a:defRPr sz="1600">
                <a:latin typeface="Neue Montreal" pitchFamily="2" charset="77"/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latin typeface="Neue Montreal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1772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450023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7548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32573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217BD98B-43B2-20CA-EBA9-261EB57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6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1" y="6492876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988551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7684FB-5CCE-41B1-B0E8-5813103CAE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E5B052-FD5B-4B74-AD5C-8B386655A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DE503-0C0D-42D9-BD25-831BCB839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0DBA0C-6841-4D63-B9DE-CC10FC02328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A7443DB-094B-495F-A2C4-1355982A4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62561"/>
            <a:ext cx="10515600" cy="711200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rgbClr val="251B66"/>
                </a:solidFill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98503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32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28962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E54EF23-1595-4A90-8BC1-EE63A85BA4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13" y="56436"/>
            <a:ext cx="9559636" cy="505259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1B66"/>
                </a:solidFill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F6A4F6C-7F57-1AB6-35A6-7BEBD652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lvl1pPr>
              <a:defRPr sz="1100"/>
            </a:lvl1pPr>
          </a:lstStyle>
          <a:p>
            <a:fld id="{CA34ACFD-94DD-4559-94BA-C356EE13C0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92089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E5EC600-EF52-43A2-A65C-0CEFF3486D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4" y="97304"/>
            <a:ext cx="10515600" cy="441599"/>
          </a:xfrm>
          <a:prstGeom prst="rect">
            <a:avLst/>
          </a:prstGeom>
        </p:spPr>
        <p:txBody>
          <a:bodyPr anchor="t"/>
          <a:lstStyle>
            <a:lvl1pPr>
              <a:defRPr sz="3200" b="1">
                <a:solidFill>
                  <a:srgbClr val="251B66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44996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27BA280C-6536-E933-4362-024A6089E9CA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076418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217BD98B-43B2-20CA-EBA9-261EB57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708348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4_Blank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 userDrawn="1"/>
        </p:nvSpPr>
        <p:spPr>
          <a:xfrm>
            <a:off x="0" y="0"/>
            <a:ext cx="12192385" cy="6858385"/>
          </a:xfrm>
          <a:custGeom>
            <a:avLst/>
            <a:gdLst/>
            <a:ahLst/>
            <a:cxnLst/>
            <a:rect l="l" t="t" r="r" b="b"/>
            <a:pathLst>
              <a:path w="20104735" h="11309985">
                <a:moveTo>
                  <a:pt x="20104099" y="285"/>
                </a:moveTo>
                <a:lnTo>
                  <a:pt x="0" y="285"/>
                </a:lnTo>
                <a:lnTo>
                  <a:pt x="0" y="11309604"/>
                </a:lnTo>
                <a:lnTo>
                  <a:pt x="20104099" y="11309604"/>
                </a:lnTo>
                <a:lnTo>
                  <a:pt x="20104099" y="28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20131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D99ED24C-4834-4C9E-D040-536FE776D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44BCB2B-7CED-97BC-41B6-CC02B6E4493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593349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F6A4F6C-7F57-1AB6-35A6-7BEBD652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lvl1pPr>
              <a:defRPr sz="11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5AB3DADD-F82E-8651-453B-93DA268BD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32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058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87452560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29543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E5EC600-EF52-43A2-A65C-0CEFF3486D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4" y="97304"/>
            <a:ext cx="10515600" cy="441599"/>
          </a:xfrm>
          <a:prstGeom prst="rect">
            <a:avLst/>
          </a:prstGeom>
        </p:spPr>
        <p:txBody>
          <a:bodyPr anchor="t"/>
          <a:lstStyle>
            <a:lvl1pPr>
              <a:defRPr sz="3200" b="1">
                <a:solidFill>
                  <a:srgbClr val="251B66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70970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678" y="181349"/>
            <a:ext cx="10387891" cy="407923"/>
          </a:xfrm>
          <a:prstGeom prst="rect">
            <a:avLst/>
          </a:prstGeom>
        </p:spPr>
        <p:txBody>
          <a:bodyPr/>
          <a:lstStyle>
            <a:lvl1pPr marL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US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lide Number Placeholder 8">
            <a:extLst>
              <a:ext uri="{FF2B5EF4-FFF2-40B4-BE49-F238E27FC236}">
                <a16:creationId xmlns:a16="http://schemas.microsoft.com/office/drawing/2014/main" id="{A7415B6F-3938-F386-BEB0-E92DF8F48E86}"/>
              </a:ext>
            </a:extLst>
          </p:cNvPr>
          <p:cNvSpPr txBox="1">
            <a:spLocks/>
          </p:cNvSpPr>
          <p:nvPr userDrawn="1"/>
        </p:nvSpPr>
        <p:spPr>
          <a:xfrm>
            <a:off x="11718925" y="6495927"/>
            <a:ext cx="355438" cy="206104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903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D697-649A-318E-1F06-54766A83C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78" y="181349"/>
            <a:ext cx="10387891" cy="407923"/>
          </a:xfrm>
          <a:prstGeom prst="rect">
            <a:avLst/>
          </a:prstGeom>
        </p:spPr>
        <p:txBody>
          <a:bodyPr/>
          <a:lstStyle>
            <a:lvl1pPr marL="0" algn="l" defTabSz="609630" rtl="0" eaLnBrk="1" latinLnBrk="0" hangingPunct="1">
              <a:lnSpc>
                <a:spcPts val="2800"/>
              </a:lnSpc>
              <a:defRPr lang="en-US" sz="2000" b="1" kern="1200" dirty="0">
                <a:solidFill>
                  <a:srgbClr val="000000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8DDCBFAB-12A2-5D41-2EA6-E5AC72FF9807}"/>
              </a:ext>
            </a:extLst>
          </p:cNvPr>
          <p:cNvSpPr txBox="1">
            <a:spLocks/>
          </p:cNvSpPr>
          <p:nvPr userDrawn="1"/>
        </p:nvSpPr>
        <p:spPr>
          <a:xfrm>
            <a:off x="11718925" y="6495927"/>
            <a:ext cx="355438" cy="206104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557520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4_Blank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 userDrawn="1"/>
        </p:nvSpPr>
        <p:spPr>
          <a:xfrm>
            <a:off x="0" y="0"/>
            <a:ext cx="12192385" cy="6858385"/>
          </a:xfrm>
          <a:custGeom>
            <a:avLst/>
            <a:gdLst/>
            <a:ahLst/>
            <a:cxnLst/>
            <a:rect l="l" t="t" r="r" b="b"/>
            <a:pathLst>
              <a:path w="20104735" h="11309985">
                <a:moveTo>
                  <a:pt x="20104099" y="285"/>
                </a:moveTo>
                <a:lnTo>
                  <a:pt x="0" y="285"/>
                </a:lnTo>
                <a:lnTo>
                  <a:pt x="0" y="11309604"/>
                </a:lnTo>
                <a:lnTo>
                  <a:pt x="20104099" y="11309604"/>
                </a:lnTo>
                <a:lnTo>
                  <a:pt x="20104099" y="28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1181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E54EF23-1595-4A90-8BC1-EE63A85BA4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13" y="56436"/>
            <a:ext cx="9559636" cy="505259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tx1"/>
                </a:solidFill>
                <a:latin typeface="Neue Montreal" pitchFamily="2" charset="77"/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F6A4F6C-7F57-1AB6-35A6-7BEBD652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lvl1pPr>
              <a:defRPr sz="1100" b="0" i="0">
                <a:latin typeface="Neue Montreal" pitchFamily="2" charset="77"/>
              </a:defRPr>
            </a:lvl1pPr>
          </a:lstStyle>
          <a:p>
            <a:fld id="{CA34ACFD-94DD-4559-94BA-C356EE13C0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55114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D697-649A-318E-1F06-54766A83C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78" y="181349"/>
            <a:ext cx="10387891" cy="407923"/>
          </a:xfrm>
          <a:prstGeom prst="rect">
            <a:avLst/>
          </a:prstGeom>
        </p:spPr>
        <p:txBody>
          <a:bodyPr/>
          <a:lstStyle>
            <a:lvl1pPr marL="0" algn="l" defTabSz="609630" rtl="0" eaLnBrk="1" latinLnBrk="0" hangingPunct="1">
              <a:lnSpc>
                <a:spcPts val="2800"/>
              </a:lnSpc>
              <a:defRPr lang="en-US" sz="2000" b="1" kern="1200" dirty="0">
                <a:solidFill>
                  <a:srgbClr val="000000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8DDCBFAB-12A2-5D41-2EA6-E5AC72FF9807}"/>
              </a:ext>
            </a:extLst>
          </p:cNvPr>
          <p:cNvSpPr txBox="1">
            <a:spLocks/>
          </p:cNvSpPr>
          <p:nvPr userDrawn="1"/>
        </p:nvSpPr>
        <p:spPr>
          <a:xfrm>
            <a:off x="11718925" y="6495927"/>
            <a:ext cx="355438" cy="206104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E1A8DD9F-1212-F679-A720-9FDF9905CD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678" y="673813"/>
            <a:ext cx="11604703" cy="281935"/>
          </a:xfrm>
          <a:prstGeom prst="rect">
            <a:avLst/>
          </a:prstGeom>
        </p:spPr>
        <p:txBody>
          <a:bodyPr/>
          <a:lstStyle>
            <a:lvl1pPr marL="0" indent="0" algn="l" defTabSz="60963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200" kern="1200" dirty="0" smtClean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1pPr>
            <a:lvl2pPr marL="0" indent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US" sz="1400" kern="1200" dirty="0" smtClean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2pPr>
            <a:lvl3pPr marL="0" indent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US" sz="1400" kern="1200" dirty="0" smtClean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3pPr>
            <a:lvl4pPr marL="0" indent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US" sz="1400" kern="1200" dirty="0" smtClean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4pPr>
            <a:lvl5pPr marL="0" indent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IN" sz="1400" kern="1200" dirty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512873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SE TH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D697-649A-318E-1F06-54766A83C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78" y="181349"/>
            <a:ext cx="10387891" cy="407923"/>
          </a:xfrm>
          <a:prstGeom prst="rect">
            <a:avLst/>
          </a:prstGeom>
        </p:spPr>
        <p:txBody>
          <a:bodyPr/>
          <a:lstStyle>
            <a:lvl1pPr marL="0" algn="l" defTabSz="609630" rtl="0" eaLnBrk="1" latinLnBrk="0" hangingPunct="1">
              <a:lnSpc>
                <a:spcPts val="2800"/>
              </a:lnSpc>
              <a:defRPr lang="en-US" sz="2000" b="1" kern="1200" dirty="0">
                <a:solidFill>
                  <a:srgbClr val="000000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8DDCBFAB-12A2-5D41-2EA6-E5AC72FF9807}"/>
              </a:ext>
            </a:extLst>
          </p:cNvPr>
          <p:cNvSpPr txBox="1">
            <a:spLocks/>
          </p:cNvSpPr>
          <p:nvPr userDrawn="1"/>
        </p:nvSpPr>
        <p:spPr>
          <a:xfrm>
            <a:off x="11718925" y="6495927"/>
            <a:ext cx="355438" cy="206104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E1A8DD9F-1212-F679-A720-9FDF9905CD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4678" y="673813"/>
            <a:ext cx="11604703" cy="281935"/>
          </a:xfrm>
          <a:prstGeom prst="rect">
            <a:avLst/>
          </a:prstGeom>
        </p:spPr>
        <p:txBody>
          <a:bodyPr/>
          <a:lstStyle>
            <a:lvl1pPr marL="0" indent="0" algn="l" defTabSz="60963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200" kern="1200" dirty="0" smtClean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1pPr>
            <a:lvl2pPr marL="0" indent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US" sz="1400" kern="1200" dirty="0" smtClean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2pPr>
            <a:lvl3pPr marL="0" indent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US" sz="1400" kern="1200" dirty="0" smtClean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3pPr>
            <a:lvl4pPr marL="0" indent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US" sz="1400" kern="1200" dirty="0" smtClean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4pPr>
            <a:lvl5pPr marL="0" indent="0" algn="l" defTabSz="60963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lang="en-IN" sz="1400" kern="1200" dirty="0">
                <a:solidFill>
                  <a:srgbClr val="AA5E41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7232443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5726482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217BD98B-43B2-20CA-EBA9-261EB57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4888530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4B44BA4-81F9-DFA4-BAC7-107AABBDD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6441DF66-C6FF-69B0-14BA-363E175787F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868001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79035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6337F5B-6081-9D06-9C50-9D03C883B1F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710850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08772074-6D58-B5E6-6345-3696EDD781B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342358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9B645D57-5BC1-B049-C24A-67FEA2BB103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400054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EE408AA0-EF24-6D73-229F-978F593AF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E5C15447-9DE6-1E3B-86B6-F249F02357BA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9606903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AE49D63-4D2C-63ED-2E4C-1C3C9465812A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29087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202218F-079F-3A02-517F-A1CB2BEA29EC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588171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8F0A0FB5-F4CD-BAD6-DE5C-223CFD6ECCF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5543836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749CE911-E0DD-C282-FF77-2F52DEB05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FFFB98A7-50D7-3545-CF7A-64CE772F8BB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0422981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C28F319-EA67-3E78-23AB-A349FD912801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2309" y="-1615"/>
            <a:chExt cx="12123930" cy="6769216"/>
          </a:xfrm>
        </p:grpSpPr>
        <p:pic>
          <p:nvPicPr>
            <p:cNvPr id="8" name="Picture 7" descr="Diagram&#10;&#10;Description automatically generated">
              <a:extLst>
                <a:ext uri="{FF2B5EF4-FFF2-40B4-BE49-F238E27FC236}">
                  <a16:creationId xmlns:a16="http://schemas.microsoft.com/office/drawing/2014/main" id="{C4F8F453-CE99-37A8-DD25-DC6049788E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-491" b="-110"/>
            <a:stretch/>
          </p:blipFill>
          <p:spPr>
            <a:xfrm>
              <a:off x="2309" y="-1615"/>
              <a:ext cx="12123930" cy="676921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46119E-2702-9209-C3C4-3897D205C723}"/>
                </a:ext>
              </a:extLst>
            </p:cNvPr>
            <p:cNvSpPr/>
            <p:nvPr/>
          </p:nvSpPr>
          <p:spPr>
            <a:xfrm>
              <a:off x="6613863" y="1923494"/>
              <a:ext cx="4453631" cy="3699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" name="TextBox 2">
            <a:extLst>
              <a:ext uri="{FF2B5EF4-FFF2-40B4-BE49-F238E27FC236}">
                <a16:creationId xmlns:a16="http://schemas.microsoft.com/office/drawing/2014/main" id="{89C58F37-CED5-9C1B-5D67-3ABC61189023}"/>
              </a:ext>
            </a:extLst>
          </p:cNvPr>
          <p:cNvSpPr txBox="1"/>
          <p:nvPr userDrawn="1"/>
        </p:nvSpPr>
        <p:spPr>
          <a:xfrm>
            <a:off x="6452114" y="5508611"/>
            <a:ext cx="5167735" cy="778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u="none">
                <a:solidFill>
                  <a:srgbClr val="000000"/>
                </a:solidFill>
                <a:latin typeface="Neue Montreal"/>
              </a:rPr>
              <a:t>Creating</a:t>
            </a:r>
            <a:r>
              <a:rPr lang="en-US" sz="3200" u="none">
                <a:solidFill>
                  <a:srgbClr val="E75026"/>
                </a:solidFill>
                <a:latin typeface="Neue Montreal"/>
              </a:rPr>
              <a:t> Sustainable </a:t>
            </a:r>
            <a:r>
              <a:rPr lang="en-US" sz="3200" u="none">
                <a:solidFill>
                  <a:srgbClr val="000000"/>
                </a:solidFill>
                <a:latin typeface="Neue Montreal"/>
              </a:rPr>
              <a:t>Value </a:t>
            </a:r>
          </a:p>
        </p:txBody>
      </p:sp>
      <p:pic>
        <p:nvPicPr>
          <p:cNvPr id="14" name="Picture 1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EDD57A9-7C40-677E-543D-22FADB728D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14486"/>
          <a:stretch/>
        </p:blipFill>
        <p:spPr>
          <a:xfrm>
            <a:off x="8941780" y="4447472"/>
            <a:ext cx="3038067" cy="125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159005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90186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EDF96ACE-E625-107E-2677-41C5A882E2B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580857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4B9C3470-098D-BF7C-6FB4-8F7DE7B1C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DC649B3-F18C-2382-9E74-906E1FAF9576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850233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F4587B72-C498-C497-D1F4-7AD4078C85C9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F4661A34-40AD-2D57-3E64-CDB6B7B4F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586651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83D8D979-606E-D7AB-FCAC-53F49B2A2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chemeClr val="tx1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48A622A3-B52A-37C8-41C6-800CE61DEA5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717026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EE56E738-B302-2479-2552-C63FBF06380F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1188780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C282D648-05C8-5F52-39F0-6FBC93552E2E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657953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101D2FC3-908B-944E-C222-DC5A2939F8E7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71197363-2817-9EBD-10E8-6462100B8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16363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AF29E8F5-153D-6FD5-6E0D-07A915AF2F07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8872256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B9CE134-18C8-3AE2-8ABB-CA9755287A9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1999006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61EF7DCB-7F4C-9201-B047-6D99730D4E4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7F04FAF-C009-CC87-D0AB-B8D7FE90F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81542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A5BBA304-238C-B4EB-28C9-F40D6ADA251D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0533274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CEABB8FB-B0A2-28C1-A4C8-836D2BC35D38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1000541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217BD98B-43B2-20CA-EBA9-261EB57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493491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780719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E5EC600-EF52-43A2-A65C-0CEFF3486D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4" y="97304"/>
            <a:ext cx="10515600" cy="441599"/>
          </a:xfrm>
          <a:prstGeom prst="rect">
            <a:avLst/>
          </a:prstGeom>
        </p:spPr>
        <p:txBody>
          <a:bodyPr anchor="t"/>
          <a:lstStyle>
            <a:lvl1pPr>
              <a:defRPr sz="3200" b="0" i="0">
                <a:solidFill>
                  <a:srgbClr val="251B66"/>
                </a:solidFill>
                <a:latin typeface="Neue Montreal" pitchFamily="2" charset="77"/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272733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D99ED24C-4834-4C9E-D040-536FE776D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44BCB2B-7CED-97BC-41B6-CC02B6E4493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9417994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236482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8000" y="6629400"/>
            <a:ext cx="78232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SS Supply Chain Solutions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4400" y="6629400"/>
            <a:ext cx="10160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GB"/>
              <a:t>p. </a:t>
            </a:r>
            <a:fld id="{5BE0F49F-C558-4D07-B342-5FF48B46FD1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sp>
        <p:nvSpPr>
          <p:cNvPr id="7" name="Rectangle 31"/>
          <p:cNvSpPr>
            <a:spLocks noChangeArrowheads="1"/>
          </p:cNvSpPr>
          <p:nvPr userDrawn="1"/>
        </p:nvSpPr>
        <p:spPr bwMode="auto">
          <a:xfrm flipV="1">
            <a:off x="0" y="6477001"/>
            <a:ext cx="12192000" cy="36513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600" b="1">
              <a:solidFill>
                <a:srgbClr val="56B7E9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623820"/>
      </p:ext>
    </p:extLst>
  </p:cSld>
  <p:clrMapOvr>
    <a:masterClrMapping/>
  </p:clrMapOvr>
  <p:transition spd="med">
    <p:fade/>
  </p:transition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79035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6337F5B-6081-9D06-9C50-9D03C883B1F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810377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217BD98B-43B2-20CA-EBA9-261EB57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0651231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E54EF23-1595-4A90-8BC1-EE63A85BA4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13" y="56436"/>
            <a:ext cx="9559636" cy="505259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tx1"/>
                </a:solidFill>
                <a:latin typeface="Neue Montreal" pitchFamily="2" charset="77"/>
              </a:defRPr>
            </a:lvl1pPr>
          </a:lstStyle>
          <a:p>
            <a:r>
              <a:rPr lang="en-US"/>
              <a:t>Click to add text</a:t>
            </a:r>
            <a:endParaRPr lang="en-IN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F6A4F6C-7F57-1AB6-35A6-7BEBD652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lvl1pPr>
              <a:defRPr sz="1100" b="0" i="0">
                <a:latin typeface="Neue Montreal" pitchFamily="2" charset="77"/>
              </a:defRPr>
            </a:lvl1pPr>
          </a:lstStyle>
          <a:p>
            <a:fld id="{CA34ACFD-94DD-4559-94BA-C356EE13C0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756556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2C8AA1-2A61-424B-9818-1C4095B4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80" y="58455"/>
            <a:ext cx="10515600" cy="562168"/>
          </a:xfrm>
          <a:prstGeom prst="rect">
            <a:avLst/>
          </a:prstGeom>
        </p:spPr>
        <p:txBody>
          <a:bodyPr anchor="ctr"/>
          <a:lstStyle>
            <a:lvl1pPr algn="l">
              <a:defRPr sz="3200" b="1">
                <a:solidFill>
                  <a:srgbClr val="251B66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718577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D99ED24C-4834-4C9E-D040-536FE776D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44BCB2B-7CED-97BC-41B6-CC02B6E4493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2654841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217BD98B-43B2-20CA-EBA9-261EB57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243"/>
            <a:ext cx="10515600" cy="46987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C05EAD0-3818-E0D2-C056-1A792F06A051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3121126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F6A4F6C-7F57-1AB6-35A6-7BEBD652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lvl1pPr>
              <a:defRPr sz="11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5AB3DADD-F82E-8651-453B-93DA268BD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67884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3200" dirty="0">
                <a:solidFill>
                  <a:srgbClr val="101010"/>
                </a:solidFill>
                <a:latin typeface="Neue Montreal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779206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FA1F5C60-4962-0DB0-DC22-9936E8BB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80" y="79035"/>
            <a:ext cx="10515600" cy="46859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>
              <a:defRPr lang="en-IN" sz="2800" b="0" i="0" dirty="0">
                <a:solidFill>
                  <a:srgbClr val="101010"/>
                </a:solidFill>
                <a:latin typeface="Neue Montreal" pitchFamily="2" charset="77"/>
                <a:ea typeface="+mn-ea"/>
                <a:cs typeface="+mn-cs"/>
              </a:defRPr>
            </a:lvl1pPr>
          </a:lstStyle>
          <a:p>
            <a:pPr marL="0" lvl="0" defTabSz="609630">
              <a:lnSpc>
                <a:spcPts val="3920"/>
              </a:lnSpc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6337F5B-6081-9D06-9C50-9D03C883B1F2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3363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26" Type="http://schemas.openxmlformats.org/officeDocument/2006/relationships/theme" Target="../theme/theme4.xml"/><Relationship Id="rId3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37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41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8.xml"/><Relationship Id="rId27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3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51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75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20" Type="http://schemas.openxmlformats.org/officeDocument/2006/relationships/slideLayout" Target="../slideLayouts/slideLayout74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24" Type="http://schemas.openxmlformats.org/officeDocument/2006/relationships/image" Target="../media/image3.png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23" Type="http://schemas.openxmlformats.org/officeDocument/2006/relationships/theme" Target="../theme/theme7.xml"/><Relationship Id="rId10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73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76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81.xml"/><Relationship Id="rId10" Type="http://schemas.openxmlformats.org/officeDocument/2006/relationships/theme" Target="../theme/theme8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3.xml"/><Relationship Id="rId3" Type="http://schemas.openxmlformats.org/officeDocument/2006/relationships/slideLayout" Target="../slideLayouts/slideLayout88.xml"/><Relationship Id="rId7" Type="http://schemas.openxmlformats.org/officeDocument/2006/relationships/slideLayout" Target="../slideLayouts/slideLayout92.xml"/><Relationship Id="rId2" Type="http://schemas.openxmlformats.org/officeDocument/2006/relationships/slideLayout" Target="../slideLayouts/slideLayout87.xml"/><Relationship Id="rId1" Type="http://schemas.openxmlformats.org/officeDocument/2006/relationships/slideLayout" Target="../slideLayouts/slideLayout86.xml"/><Relationship Id="rId6" Type="http://schemas.openxmlformats.org/officeDocument/2006/relationships/slideLayout" Target="../slideLayouts/slideLayout91.xml"/><Relationship Id="rId5" Type="http://schemas.openxmlformats.org/officeDocument/2006/relationships/slideLayout" Target="../slideLayouts/slideLayout90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89.xml"/><Relationship Id="rId9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1.xml"/><Relationship Id="rId3" Type="http://schemas.openxmlformats.org/officeDocument/2006/relationships/slideLayout" Target="../slideLayouts/slideLayout96.xml"/><Relationship Id="rId7" Type="http://schemas.openxmlformats.org/officeDocument/2006/relationships/slideLayout" Target="../slideLayouts/slideLayout100.xml"/><Relationship Id="rId2" Type="http://schemas.openxmlformats.org/officeDocument/2006/relationships/slideLayout" Target="../slideLayouts/slideLayout95.xml"/><Relationship Id="rId1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9.xml"/><Relationship Id="rId11" Type="http://schemas.openxmlformats.org/officeDocument/2006/relationships/image" Target="../media/image8.png"/><Relationship Id="rId5" Type="http://schemas.openxmlformats.org/officeDocument/2006/relationships/slideLayout" Target="../slideLayouts/slideLayout98.xml"/><Relationship Id="rId10" Type="http://schemas.openxmlformats.org/officeDocument/2006/relationships/image" Target="../media/image7.jpeg"/><Relationship Id="rId4" Type="http://schemas.openxmlformats.org/officeDocument/2006/relationships/slideLayout" Target="../slideLayouts/slideLayout97.xml"/><Relationship Id="rId9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13" Type="http://schemas.openxmlformats.org/officeDocument/2006/relationships/slideLayout" Target="../slideLayouts/slideLayout114.xml"/><Relationship Id="rId18" Type="http://schemas.openxmlformats.org/officeDocument/2006/relationships/slideLayout" Target="../slideLayouts/slideLayout119.xml"/><Relationship Id="rId26" Type="http://schemas.openxmlformats.org/officeDocument/2006/relationships/theme" Target="../theme/theme11.xml"/><Relationship Id="rId3" Type="http://schemas.openxmlformats.org/officeDocument/2006/relationships/slideLayout" Target="../slideLayouts/slideLayout104.xml"/><Relationship Id="rId21" Type="http://schemas.openxmlformats.org/officeDocument/2006/relationships/slideLayout" Target="../slideLayouts/slideLayout122.xml"/><Relationship Id="rId7" Type="http://schemas.openxmlformats.org/officeDocument/2006/relationships/slideLayout" Target="../slideLayouts/slideLayout108.xml"/><Relationship Id="rId12" Type="http://schemas.openxmlformats.org/officeDocument/2006/relationships/slideLayout" Target="../slideLayouts/slideLayout113.xml"/><Relationship Id="rId17" Type="http://schemas.openxmlformats.org/officeDocument/2006/relationships/slideLayout" Target="../slideLayouts/slideLayout118.xml"/><Relationship Id="rId25" Type="http://schemas.openxmlformats.org/officeDocument/2006/relationships/slideLayout" Target="../slideLayouts/slideLayout126.xml"/><Relationship Id="rId2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17.xml"/><Relationship Id="rId20" Type="http://schemas.openxmlformats.org/officeDocument/2006/relationships/slideLayout" Target="../slideLayouts/slideLayout121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24" Type="http://schemas.openxmlformats.org/officeDocument/2006/relationships/slideLayout" Target="../slideLayouts/slideLayout125.xml"/><Relationship Id="rId5" Type="http://schemas.openxmlformats.org/officeDocument/2006/relationships/slideLayout" Target="../slideLayouts/slideLayout106.xml"/><Relationship Id="rId15" Type="http://schemas.openxmlformats.org/officeDocument/2006/relationships/slideLayout" Target="../slideLayouts/slideLayout116.xml"/><Relationship Id="rId23" Type="http://schemas.openxmlformats.org/officeDocument/2006/relationships/slideLayout" Target="../slideLayouts/slideLayout124.xml"/><Relationship Id="rId10" Type="http://schemas.openxmlformats.org/officeDocument/2006/relationships/slideLayout" Target="../slideLayouts/slideLayout111.xml"/><Relationship Id="rId19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4" Type="http://schemas.openxmlformats.org/officeDocument/2006/relationships/slideLayout" Target="../slideLayouts/slideLayout115.xml"/><Relationship Id="rId22" Type="http://schemas.openxmlformats.org/officeDocument/2006/relationships/slideLayout" Target="../slideLayouts/slideLayout123.xml"/><Relationship Id="rId27" Type="http://schemas.openxmlformats.org/officeDocument/2006/relationships/image" Target="../media/image3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theme" Target="../theme/theme12.xml"/><Relationship Id="rId3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33.xml"/><Relationship Id="rId2" Type="http://schemas.openxmlformats.org/officeDocument/2006/relationships/slideLayout" Target="../slideLayouts/slideLayout128.xml"/><Relationship Id="rId1" Type="http://schemas.openxmlformats.org/officeDocument/2006/relationships/slideLayout" Target="../slideLayouts/slideLayout127.xml"/><Relationship Id="rId6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30.xml"/><Relationship Id="rId9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6.xml"/><Relationship Id="rId2" Type="http://schemas.openxmlformats.org/officeDocument/2006/relationships/slideLayout" Target="../slideLayouts/slideLayout135.xml"/><Relationship Id="rId1" Type="http://schemas.openxmlformats.org/officeDocument/2006/relationships/slideLayout" Target="../slideLayouts/slideLayout134.xml"/><Relationship Id="rId6" Type="http://schemas.openxmlformats.org/officeDocument/2006/relationships/image" Target="../media/image3.png"/><Relationship Id="rId5" Type="http://schemas.openxmlformats.org/officeDocument/2006/relationships/theme" Target="../theme/theme13.xml"/><Relationship Id="rId4" Type="http://schemas.openxmlformats.org/officeDocument/2006/relationships/slideLayout" Target="../slideLayouts/slideLayout1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D13F7FBF-DE7D-69D8-DC5A-4EA3FEDB46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93000"/>
          </a:blip>
          <a:srcRect l="13993" r="21867" b="3016"/>
          <a:stretch/>
        </p:blipFill>
        <p:spPr>
          <a:xfrm>
            <a:off x="0" y="1"/>
            <a:ext cx="7744461" cy="6858000"/>
          </a:xfrm>
          <a:prstGeom prst="rect">
            <a:avLst/>
          </a:prstGeom>
        </p:spPr>
      </p:pic>
      <p:sp>
        <p:nvSpPr>
          <p:cNvPr id="8" name="TextBox 2">
            <a:extLst>
              <a:ext uri="{FF2B5EF4-FFF2-40B4-BE49-F238E27FC236}">
                <a16:creationId xmlns:a16="http://schemas.microsoft.com/office/drawing/2014/main" id="{8D974271-6664-F4D9-96F9-3EF3C8F4407A}"/>
              </a:ext>
            </a:extLst>
          </p:cNvPr>
          <p:cNvSpPr txBox="1"/>
          <p:nvPr userDrawn="1"/>
        </p:nvSpPr>
        <p:spPr>
          <a:xfrm>
            <a:off x="6549656" y="4742832"/>
            <a:ext cx="5167735" cy="778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3200" b="0" i="0" u="none">
                <a:solidFill>
                  <a:srgbClr val="000000"/>
                </a:solidFill>
                <a:latin typeface="Neue Montreal" pitchFamily="2" charset="77"/>
              </a:rPr>
              <a:t>Creating</a:t>
            </a:r>
            <a:r>
              <a:rPr lang="en-US" sz="3200" b="0" i="0" u="none">
                <a:solidFill>
                  <a:srgbClr val="E75026"/>
                </a:solidFill>
                <a:latin typeface="Neue Montreal" pitchFamily="2" charset="77"/>
              </a:rPr>
              <a:t> Sustainable </a:t>
            </a:r>
            <a:r>
              <a:rPr lang="en-US" sz="3200" b="0" i="0" u="none">
                <a:solidFill>
                  <a:srgbClr val="000000"/>
                </a:solidFill>
                <a:latin typeface="Neue Montreal" pitchFamily="2" charset="77"/>
              </a:rPr>
              <a:t>Value 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2D615715-DDBE-209E-77B9-C68BA9ADF16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7521" t="14103" r="51764" b="8357"/>
          <a:stretch>
            <a:fillRect/>
          </a:stretch>
        </p:blipFill>
        <p:spPr>
          <a:xfrm>
            <a:off x="8635157" y="3816042"/>
            <a:ext cx="1243803" cy="1003213"/>
          </a:xfrm>
          <a:prstGeom prst="rect">
            <a:avLst/>
          </a:prstGeom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29092B63-5691-33E4-05BD-CDC7B7A51D8F}"/>
              </a:ext>
            </a:extLst>
          </p:cNvPr>
          <p:cNvSpPr txBox="1"/>
          <p:nvPr userDrawn="1"/>
        </p:nvSpPr>
        <p:spPr>
          <a:xfrm>
            <a:off x="9721323" y="3226979"/>
            <a:ext cx="2153706" cy="155683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ctr">
              <a:lnSpc>
                <a:spcPts val="13999"/>
              </a:lnSpc>
              <a:spcBef>
                <a:spcPct val="0"/>
              </a:spcBef>
            </a:pPr>
            <a:r>
              <a:rPr lang="en-US" sz="7200" b="0" i="0" u="none">
                <a:solidFill>
                  <a:srgbClr val="000000"/>
                </a:solidFill>
                <a:latin typeface="Neue Montreal" pitchFamily="2" charset="77"/>
              </a:rPr>
              <a:t>3SC</a:t>
            </a:r>
          </a:p>
        </p:txBody>
      </p:sp>
    </p:spTree>
    <p:extLst>
      <p:ext uri="{BB962C8B-B14F-4D97-AF65-F5344CB8AC3E}">
        <p14:creationId xmlns:p14="http://schemas.microsoft.com/office/powerpoint/2010/main" val="2127028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3576E406-34E4-723E-CF76-5A2741ACE413}"/>
              </a:ext>
            </a:extLst>
          </p:cNvPr>
          <p:cNvSpPr txBox="1"/>
          <p:nvPr userDrawn="1"/>
        </p:nvSpPr>
        <p:spPr>
          <a:xfrm>
            <a:off x="9963397" y="6652762"/>
            <a:ext cx="2068812" cy="10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53010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851" r:id="rId2"/>
    <p:sldLayoutId id="2147483983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AC4A2CA2-374C-BE67-5495-12E7BFD37878}"/>
              </a:ext>
            </a:extLst>
          </p:cNvPr>
          <p:cNvSpPr txBox="1"/>
          <p:nvPr userDrawn="1"/>
        </p:nvSpPr>
        <p:spPr>
          <a:xfrm>
            <a:off x="9963397" y="6652762"/>
            <a:ext cx="2068812" cy="102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27265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3" r:id="rId3"/>
    <p:sldLayoutId id="2147483784" r:id="rId4"/>
    <p:sldLayoutId id="2147483785" r:id="rId5"/>
    <p:sldLayoutId id="2147483787" r:id="rId6"/>
    <p:sldLayoutId id="2147483788" r:id="rId7"/>
    <p:sldLayoutId id="2147483789" r:id="rId8"/>
    <p:sldLayoutId id="2147483790" r:id="rId9"/>
    <p:sldLayoutId id="2147483792" r:id="rId10"/>
    <p:sldLayoutId id="2147483794" r:id="rId11"/>
    <p:sldLayoutId id="214748379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AC4A2CA2-374C-BE67-5495-12E7BFD37878}"/>
              </a:ext>
            </a:extLst>
          </p:cNvPr>
          <p:cNvSpPr txBox="1"/>
          <p:nvPr userDrawn="1"/>
        </p:nvSpPr>
        <p:spPr>
          <a:xfrm>
            <a:off x="9963397" y="6652762"/>
            <a:ext cx="2068812" cy="102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54618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  <p:sldLayoutId id="2147483814" r:id="rId17"/>
    <p:sldLayoutId id="2147483815" r:id="rId18"/>
    <p:sldLayoutId id="2147483816" r:id="rId19"/>
    <p:sldLayoutId id="2147483817" r:id="rId20"/>
    <p:sldLayoutId id="2147483818" r:id="rId21"/>
    <p:sldLayoutId id="2147483819" r:id="rId22"/>
    <p:sldLayoutId id="2147483821" r:id="rId23"/>
    <p:sldLayoutId id="2147483822" r:id="rId24"/>
    <p:sldLayoutId id="2147483823" r:id="rId2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55047" y="152533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2EAB4EA7-1C82-79F3-E937-DEF6C5D2BB2D}"/>
              </a:ext>
            </a:extLst>
          </p:cNvPr>
          <p:cNvSpPr txBox="1"/>
          <p:nvPr userDrawn="1"/>
        </p:nvSpPr>
        <p:spPr>
          <a:xfrm>
            <a:off x="9963397" y="6652762"/>
            <a:ext cx="2068812" cy="10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7936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50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6" name="TextBox 82">
            <a:extLst>
              <a:ext uri="{FF2B5EF4-FFF2-40B4-BE49-F238E27FC236}">
                <a16:creationId xmlns:a16="http://schemas.microsoft.com/office/drawing/2014/main" id="{677774DC-C225-FC08-1A4B-784E26D12AF5}"/>
              </a:ext>
            </a:extLst>
          </p:cNvPr>
          <p:cNvSpPr txBox="1"/>
          <p:nvPr userDrawn="1"/>
        </p:nvSpPr>
        <p:spPr>
          <a:xfrm>
            <a:off x="9718158" y="6663395"/>
            <a:ext cx="2314051" cy="102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83825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AC4A2CA2-374C-BE67-5495-12E7BFD37878}"/>
              </a:ext>
            </a:extLst>
          </p:cNvPr>
          <p:cNvSpPr txBox="1"/>
          <p:nvPr userDrawn="1"/>
        </p:nvSpPr>
        <p:spPr>
          <a:xfrm>
            <a:off x="9963397" y="6652762"/>
            <a:ext cx="2068812" cy="102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6779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  <p:sldLayoutId id="2147483876" r:id="rId13"/>
    <p:sldLayoutId id="2147483877" r:id="rId14"/>
    <p:sldLayoutId id="2147483878" r:id="rId15"/>
    <p:sldLayoutId id="2147483879" r:id="rId16"/>
    <p:sldLayoutId id="2147483880" r:id="rId17"/>
    <p:sldLayoutId id="2147483881" r:id="rId18"/>
    <p:sldLayoutId id="2147483882" r:id="rId19"/>
    <p:sldLayoutId id="2147483883" r:id="rId20"/>
    <p:sldLayoutId id="2147483884" r:id="rId21"/>
    <p:sldLayoutId id="2147483885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55047" y="152533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2EAB4EA7-1C82-79F3-E937-DEF6C5D2BB2D}"/>
              </a:ext>
            </a:extLst>
          </p:cNvPr>
          <p:cNvSpPr txBox="1"/>
          <p:nvPr userDrawn="1"/>
        </p:nvSpPr>
        <p:spPr>
          <a:xfrm>
            <a:off x="9963397" y="6652762"/>
            <a:ext cx="2068812" cy="10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8332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5" r:id="rId2"/>
    <p:sldLayoutId id="2147483916" r:id="rId3"/>
    <p:sldLayoutId id="2147483917" r:id="rId4"/>
    <p:sldLayoutId id="2147483919" r:id="rId5"/>
    <p:sldLayoutId id="2147483920" r:id="rId6"/>
    <p:sldLayoutId id="2147483921" r:id="rId7"/>
    <p:sldLayoutId id="2147483922" r:id="rId8"/>
    <p:sldLayoutId id="2147483923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3576E406-34E4-723E-CF76-5A2741ACE413}"/>
              </a:ext>
            </a:extLst>
          </p:cNvPr>
          <p:cNvSpPr txBox="1"/>
          <p:nvPr userDrawn="1"/>
        </p:nvSpPr>
        <p:spPr>
          <a:xfrm>
            <a:off x="9963397" y="6652762"/>
            <a:ext cx="2068812" cy="10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2025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24705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7D2F068E-94AD-801D-9A5B-AFAF20C6601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25471" b="-52306"/>
            </a:stretch>
          </a:blipFill>
        </p:spPr>
        <p:txBody>
          <a:bodyPr/>
          <a:lstStyle/>
          <a:p>
            <a:pPr defTabSz="609630"/>
            <a:endParaRPr lang="en-IN" sz="1200">
              <a:solidFill>
                <a:prstClr val="black"/>
              </a:solidFill>
              <a:latin typeface="Open Sauce Bold" panose="020B0604020202020204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1A149C8-36C0-901E-7E34-3860380E0605}"/>
              </a:ext>
            </a:extLst>
          </p:cNvPr>
          <p:cNvCxnSpPr>
            <a:cxnSpLocks/>
          </p:cNvCxnSpPr>
          <p:nvPr userDrawn="1"/>
        </p:nvCxnSpPr>
        <p:spPr bwMode="gray">
          <a:xfrm rot="5400000">
            <a:off x="11534752" y="6598979"/>
            <a:ext cx="285752" cy="0"/>
          </a:xfrm>
          <a:prstGeom prst="line">
            <a:avLst/>
          </a:prstGeom>
          <a:ln>
            <a:solidFill>
              <a:srgbClr val="E452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82">
            <a:extLst>
              <a:ext uri="{FF2B5EF4-FFF2-40B4-BE49-F238E27FC236}">
                <a16:creationId xmlns:a16="http://schemas.microsoft.com/office/drawing/2014/main" id="{CEA302B8-64C5-D18C-A7C1-2DF2008A6F3E}"/>
              </a:ext>
            </a:extLst>
          </p:cNvPr>
          <p:cNvSpPr txBox="1"/>
          <p:nvPr userDrawn="1"/>
        </p:nvSpPr>
        <p:spPr>
          <a:xfrm>
            <a:off x="9484718" y="6546946"/>
            <a:ext cx="2068812" cy="10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chemeClr val="tx1"/>
                </a:solidFill>
                <a:latin typeface="Neue Montreal"/>
              </a:rPr>
              <a:t>2026 | © 3SC Confidential. All rights reserved.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FFE15FB-9A2E-7B81-A03A-180E4B1D1A95}"/>
              </a:ext>
            </a:extLst>
          </p:cNvPr>
          <p:cNvSpPr/>
          <p:nvPr userDrawn="1"/>
        </p:nvSpPr>
        <p:spPr>
          <a:xfrm flipH="1" flipV="1">
            <a:off x="11838281" y="713347"/>
            <a:ext cx="71221" cy="71221"/>
          </a:xfrm>
          <a:prstGeom prst="ellipse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80FA048-4DA4-56BD-9831-8F0A022A26B4}"/>
              </a:ext>
            </a:extLst>
          </p:cNvPr>
          <p:cNvSpPr/>
          <p:nvPr userDrawn="1"/>
        </p:nvSpPr>
        <p:spPr>
          <a:xfrm flipH="1" flipV="1">
            <a:off x="11742715" y="719528"/>
            <a:ext cx="58860" cy="588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5DEA247-600A-4703-A41C-C01FCED94FF4}"/>
              </a:ext>
            </a:extLst>
          </p:cNvPr>
          <p:cNvSpPr/>
          <p:nvPr userDrawn="1"/>
        </p:nvSpPr>
        <p:spPr>
          <a:xfrm flipH="1" flipV="1">
            <a:off x="11650296" y="728856"/>
            <a:ext cx="40203" cy="4020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FB29FD5-47F6-EF90-CA5F-562CBC48F392}"/>
              </a:ext>
            </a:extLst>
          </p:cNvPr>
          <p:cNvSpPr/>
          <p:nvPr userDrawn="1"/>
        </p:nvSpPr>
        <p:spPr>
          <a:xfrm flipH="1" flipV="1">
            <a:off x="11557304" y="737611"/>
            <a:ext cx="22694" cy="2269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F3B6467-3F2C-17EF-6F8D-B3F042FB037D}"/>
              </a:ext>
            </a:extLst>
          </p:cNvPr>
          <p:cNvSpPr/>
          <p:nvPr userDrawn="1"/>
        </p:nvSpPr>
        <p:spPr>
          <a:xfrm flipH="1" flipV="1">
            <a:off x="11456588" y="738642"/>
            <a:ext cx="20631" cy="2063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78F3018-BD4D-5033-B9E0-75EF98BC07DF}"/>
              </a:ext>
            </a:extLst>
          </p:cNvPr>
          <p:cNvSpPr/>
          <p:nvPr userDrawn="1"/>
        </p:nvSpPr>
        <p:spPr>
          <a:xfrm flipH="1" flipV="1">
            <a:off x="11369547" y="740433"/>
            <a:ext cx="17050" cy="1705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1BB030AA-3E64-E6DD-EFDD-D556E7F80D75}"/>
              </a:ext>
            </a:extLst>
          </p:cNvPr>
          <p:cNvSpPr/>
          <p:nvPr userDrawn="1"/>
        </p:nvSpPr>
        <p:spPr>
          <a:xfrm>
            <a:off x="11519036" y="162804"/>
            <a:ext cx="461613" cy="433060"/>
          </a:xfrm>
          <a:custGeom>
            <a:avLst/>
            <a:gdLst/>
            <a:ahLst/>
            <a:cxnLst/>
            <a:rect l="l" t="t" r="r" b="b"/>
            <a:pathLst>
              <a:path w="1115148" h="1046171">
                <a:moveTo>
                  <a:pt x="0" y="0"/>
                </a:moveTo>
                <a:lnTo>
                  <a:pt x="1115148" y="0"/>
                </a:lnTo>
                <a:lnTo>
                  <a:pt x="1115148" y="1046171"/>
                </a:lnTo>
                <a:lnTo>
                  <a:pt x="0" y="10461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b="-10377"/>
            </a:stretch>
          </a:blipFill>
        </p:spPr>
        <p:txBody>
          <a:bodyPr/>
          <a:lstStyle/>
          <a:p>
            <a:pPr defTabSz="609630"/>
            <a:endParaRPr lang="en-IN" sz="1200">
              <a:solidFill>
                <a:prstClr val="black"/>
              </a:solidFill>
              <a:latin typeface="Open Sauce Bold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96713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9" r:id="rId4"/>
    <p:sldLayoutId id="2147483940" r:id="rId5"/>
    <p:sldLayoutId id="2147483941" r:id="rId6"/>
    <p:sldLayoutId id="2147483984" r:id="rId7"/>
    <p:sldLayoutId id="2147483985" r:id="rId8"/>
  </p:sldLayoutIdLst>
  <p:hf hdr="0" dt="0"/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AC4A2CA2-374C-BE67-5495-12E7BFD37878}"/>
              </a:ext>
            </a:extLst>
          </p:cNvPr>
          <p:cNvSpPr txBox="1"/>
          <p:nvPr userDrawn="1"/>
        </p:nvSpPr>
        <p:spPr>
          <a:xfrm>
            <a:off x="9963397" y="6652762"/>
            <a:ext cx="2068812" cy="102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75231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46" r:id="rId3"/>
    <p:sldLayoutId id="2147483947" r:id="rId4"/>
    <p:sldLayoutId id="2147483948" r:id="rId5"/>
    <p:sldLayoutId id="2147483949" r:id="rId6"/>
    <p:sldLayoutId id="2147483950" r:id="rId7"/>
    <p:sldLayoutId id="2147483951" r:id="rId8"/>
    <p:sldLayoutId id="2147483952" r:id="rId9"/>
    <p:sldLayoutId id="2147483953" r:id="rId10"/>
    <p:sldLayoutId id="2147483954" r:id="rId11"/>
    <p:sldLayoutId id="2147483955" r:id="rId12"/>
    <p:sldLayoutId id="2147483956" r:id="rId13"/>
    <p:sldLayoutId id="2147483957" r:id="rId14"/>
    <p:sldLayoutId id="2147483958" r:id="rId15"/>
    <p:sldLayoutId id="2147483959" r:id="rId16"/>
    <p:sldLayoutId id="2147483960" r:id="rId17"/>
    <p:sldLayoutId id="2147483961" r:id="rId18"/>
    <p:sldLayoutId id="2147483962" r:id="rId19"/>
    <p:sldLayoutId id="2147483963" r:id="rId20"/>
    <p:sldLayoutId id="2147483964" r:id="rId21"/>
    <p:sldLayoutId id="2147483965" r:id="rId22"/>
    <p:sldLayoutId id="2147483966" r:id="rId23"/>
    <p:sldLayoutId id="2147483967" r:id="rId24"/>
    <p:sldLayoutId id="2147483968" r:id="rId2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3576E406-34E4-723E-CF76-5A2741ACE413}"/>
              </a:ext>
            </a:extLst>
          </p:cNvPr>
          <p:cNvSpPr txBox="1"/>
          <p:nvPr userDrawn="1"/>
        </p:nvSpPr>
        <p:spPr>
          <a:xfrm>
            <a:off x="9963396" y="6652762"/>
            <a:ext cx="2228603" cy="102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2025 | © 3SC Confidential. All rights reserved.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158450E0-7738-5CE5-297A-BF7FAC38465B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34ACFD-94DD-4559-94BA-C356EE13C035}" type="slidenum">
              <a:rPr kumimoji="0" lang="en-IN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Montreal" panose="00000500000000000000" pitchFamily="50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Montreal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839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1596A-3944-4391-AA0E-317D1B28BB71}"/>
              </a:ext>
            </a:extLst>
          </p:cNvPr>
          <p:cNvSpPr/>
          <p:nvPr userDrawn="1"/>
        </p:nvSpPr>
        <p:spPr>
          <a:xfrm>
            <a:off x="-2517" y="631675"/>
            <a:ext cx="10255439" cy="30186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E02B-8077-4893-BF61-84AC17C57CC3}"/>
              </a:ext>
            </a:extLst>
          </p:cNvPr>
          <p:cNvSpPr/>
          <p:nvPr userDrawn="1"/>
        </p:nvSpPr>
        <p:spPr>
          <a:xfrm>
            <a:off x="10258723" y="631677"/>
            <a:ext cx="1004411" cy="30186"/>
          </a:xfrm>
          <a:prstGeom prst="rect">
            <a:avLst/>
          </a:prstGeom>
          <a:solidFill>
            <a:srgbClr val="E45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0" i="0">
              <a:latin typeface="Neue Montreal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3085A-821C-F697-E3D2-1593BE4681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7800" y="53921"/>
            <a:ext cx="570215" cy="655096"/>
          </a:xfrm>
          <a:prstGeom prst="rect">
            <a:avLst/>
          </a:prstGeom>
        </p:spPr>
      </p:pic>
      <p:sp>
        <p:nvSpPr>
          <p:cNvPr id="4" name="TextBox 82">
            <a:extLst>
              <a:ext uri="{FF2B5EF4-FFF2-40B4-BE49-F238E27FC236}">
                <a16:creationId xmlns:a16="http://schemas.microsoft.com/office/drawing/2014/main" id="{3576E406-34E4-723E-CF76-5A2741ACE413}"/>
              </a:ext>
            </a:extLst>
          </p:cNvPr>
          <p:cNvSpPr txBox="1"/>
          <p:nvPr userDrawn="1"/>
        </p:nvSpPr>
        <p:spPr>
          <a:xfrm>
            <a:off x="9963397" y="6652762"/>
            <a:ext cx="2068812" cy="10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"/>
              </a:lnSpc>
              <a:spcBef>
                <a:spcPct val="0"/>
              </a:spcBef>
            </a:pPr>
            <a:r>
              <a:rPr lang="en-US" sz="800">
                <a:solidFill>
                  <a:srgbClr val="939598"/>
                </a:solidFill>
                <a:latin typeface="Neue Montreal"/>
              </a:rPr>
              <a:t>2024 | © 3SC Confidential.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10756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  <p:sldLayoutId id="2147483980" r:id="rId2"/>
    <p:sldLayoutId id="2147483981" r:id="rId3"/>
    <p:sldLayoutId id="214748398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0071D9-AA16-5ABA-C5E2-9885CA2DA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86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87932B-EE16-3076-E52F-6D62F4FA68C3}"/>
              </a:ext>
            </a:extLst>
          </p:cNvPr>
          <p:cNvSpPr/>
          <p:nvPr/>
        </p:nvSpPr>
        <p:spPr>
          <a:xfrm>
            <a:off x="7020298" y="1682784"/>
            <a:ext cx="4815673" cy="406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Montreal" pitchFamily="2" charset="77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35771A-3066-B7BA-AF85-DDDF0A11C9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21" t="14103" r="51764" b="8357"/>
          <a:stretch>
            <a:fillRect/>
          </a:stretch>
        </p:blipFill>
        <p:spPr>
          <a:xfrm>
            <a:off x="229398" y="5908680"/>
            <a:ext cx="912123" cy="7356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8BE623-542D-E734-E169-10F0685B9F86}"/>
              </a:ext>
            </a:extLst>
          </p:cNvPr>
          <p:cNvSpPr txBox="1"/>
          <p:nvPr/>
        </p:nvSpPr>
        <p:spPr>
          <a:xfrm>
            <a:off x="1141521" y="5634567"/>
            <a:ext cx="1820059" cy="1120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933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67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Montreal" pitchFamily="2" charset="77"/>
                <a:ea typeface="+mn-ea"/>
                <a:cs typeface="+mn-cs"/>
              </a:rPr>
              <a:t>3SC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CA4EAB-B229-1559-843B-20EF51BB2DBF}"/>
              </a:ext>
            </a:extLst>
          </p:cNvPr>
          <p:cNvSpPr txBox="1"/>
          <p:nvPr/>
        </p:nvSpPr>
        <p:spPr>
          <a:xfrm>
            <a:off x="10051765" y="2660355"/>
            <a:ext cx="1784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400">
                <a:solidFill>
                  <a:srgbClr val="E75026"/>
                </a:solidFill>
              </a:rPr>
              <a:t>BrainBoard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8898" y="1883952"/>
            <a:ext cx="4449913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 dirty="0" err="1">
                <a:solidFill>
                  <a:srgbClr val="E75026"/>
                </a:solidFill>
                <a:latin typeface="Neue Montreal"/>
              </a:rPr>
              <a:t>BrainBoard</a:t>
            </a:r>
            <a:endParaRPr sz="3600" b="1" i="0" dirty="0">
              <a:solidFill>
                <a:srgbClr val="E75026"/>
              </a:solidFill>
              <a:latin typeface="Neue Montre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48897" y="2656045"/>
            <a:ext cx="4449913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 dirty="0">
                <a:solidFill>
                  <a:srgbClr val="0D0D0D"/>
                </a:solidFill>
                <a:latin typeface="Neue Montreal"/>
              </a:rPr>
              <a:t>AI-Powered Knowledg</a:t>
            </a:r>
            <a:r>
              <a:rPr lang="en-US" sz="1700" b="0" i="0" dirty="0">
                <a:solidFill>
                  <a:srgbClr val="0D0D0D"/>
                </a:solidFill>
                <a:latin typeface="Neue Montreal"/>
              </a:rPr>
              <a:t>e
</a:t>
            </a:r>
            <a:r>
              <a:rPr sz="1700" b="0" i="0" dirty="0">
                <a:solidFill>
                  <a:srgbClr val="0D0D0D"/>
                </a:solidFill>
                <a:latin typeface="Neue Montreal"/>
              </a:rPr>
              <a:t>Management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48898" y="3767615"/>
            <a:ext cx="4358473" cy="50292"/>
          </a:xfrm>
          <a:prstGeom prst="rect">
            <a:avLst/>
          </a:prstGeom>
          <a:solidFill>
            <a:srgbClr val="E75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1466" y="3785904"/>
            <a:ext cx="4449913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 dirty="0">
                <a:solidFill>
                  <a:srgbClr val="1A1A1A"/>
                </a:solidFill>
                <a:latin typeface="Neue Montreal"/>
              </a:rPr>
              <a:t>Jira + Confluence reimagined with AI search.
Sprint management · Wiki versioning · RBAC
Django + DRF + </a:t>
            </a:r>
            <a:r>
              <a:rPr sz="1400" b="0" i="0" dirty="0" err="1">
                <a:solidFill>
                  <a:srgbClr val="1A1A1A"/>
                </a:solidFill>
                <a:latin typeface="Neue Montreal"/>
              </a:rPr>
              <a:t>FastAPI</a:t>
            </a:r>
            <a:r>
              <a:rPr sz="1400" b="0" i="0" dirty="0">
                <a:solidFill>
                  <a:srgbClr val="1A1A1A"/>
                </a:solidFill>
                <a:latin typeface="Neue Montreal"/>
              </a:rPr>
              <a:t> + PostgreSQL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1466" y="4928904"/>
            <a:ext cx="749808" cy="256032"/>
          </a:xfrm>
          <a:prstGeom prst="rect">
            <a:avLst/>
          </a:prstGeom>
          <a:solidFill>
            <a:srgbClr val="E75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58042" y="4928904"/>
            <a:ext cx="69494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 dirty="0">
                <a:solidFill>
                  <a:srgbClr val="FFFFFF"/>
                </a:solidFill>
                <a:latin typeface="Neue Montreal"/>
              </a:rPr>
              <a:t>🗂 Projects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26138" y="4928904"/>
            <a:ext cx="749808" cy="256032"/>
          </a:xfrm>
          <a:prstGeom prst="rect">
            <a:avLst/>
          </a:prstGeom>
          <a:solidFill>
            <a:srgbClr val="E75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62714" y="4928904"/>
            <a:ext cx="69494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FFFFFF"/>
                </a:solidFill>
                <a:latin typeface="Neue Montreal"/>
              </a:rPr>
              <a:t>⚡ Sprints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30810" y="4928904"/>
            <a:ext cx="749808" cy="256032"/>
          </a:xfrm>
          <a:prstGeom prst="rect">
            <a:avLst/>
          </a:prstGeom>
          <a:solidFill>
            <a:srgbClr val="E75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7386" y="4928904"/>
            <a:ext cx="69494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FFFFFF"/>
                </a:solidFill>
                <a:latin typeface="Neue Montreal"/>
              </a:rPr>
              <a:t>🐛 Issues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35482" y="4928904"/>
            <a:ext cx="749808" cy="256032"/>
          </a:xfrm>
          <a:prstGeom prst="rect">
            <a:avLst/>
          </a:prstGeom>
          <a:solidFill>
            <a:srgbClr val="E75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2058" y="4928904"/>
            <a:ext cx="69494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FFFFFF"/>
                </a:solidFill>
                <a:latin typeface="Neue Montreal"/>
              </a:rPr>
              <a:t>📖 Wiki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40154" y="4928904"/>
            <a:ext cx="749808" cy="256032"/>
          </a:xfrm>
          <a:prstGeom prst="rect">
            <a:avLst/>
          </a:prstGeom>
          <a:solidFill>
            <a:srgbClr val="E75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76730" y="4928904"/>
            <a:ext cx="69494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FFFFFF"/>
                </a:solidFill>
                <a:latin typeface="Neue Montreal"/>
              </a:rPr>
              <a:t>🔍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E75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277600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Neue Montreal"/>
              </a:rPr>
              <a:t>Backend Structure &amp; Django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200" y="91440"/>
            <a:ext cx="5029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FFFFFF"/>
                </a:solidFill>
                <a:latin typeface="Neue Montreal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73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 i="0">
                <a:solidFill>
                  <a:srgbClr val="888888"/>
                </a:solidFill>
                <a:latin typeface="Neue Montreal"/>
              </a:rPr>
              <a:t>BrainBoard  ·  3SC Hackathon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58952"/>
            <a:ext cx="5212080" cy="54132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758952"/>
            <a:ext cx="5212080" cy="329184"/>
          </a:xfrm>
          <a:prstGeom prst="rect">
            <a:avLst/>
          </a:prstGeom>
          <a:solidFill>
            <a:srgbClr val="863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758952"/>
            <a:ext cx="49377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Neue Montreal"/>
              </a:rPr>
              <a:t>📂  Directory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124712"/>
            <a:ext cx="5047488" cy="4937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950" b="0" i="0">
                <a:solidFill>
                  <a:srgbClr val="FF7A45"/>
                </a:solidFill>
                <a:latin typeface="Consolas"/>
              </a:rPr>
              <a:t>BE/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FF7A45"/>
                </a:solidFill>
                <a:latin typeface="Consolas"/>
              </a:rPr>
              <a:t>├── requirements.txt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FF7A45"/>
                </a:solidFill>
                <a:latin typeface="Consolas"/>
              </a:rPr>
              <a:t>├── BACKEND_ARCHITECTURE.md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FF7A45"/>
                </a:solidFill>
                <a:latin typeface="Consolas"/>
              </a:rPr>
              <a:t>└── jira_main/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FF7A45"/>
                </a:solidFill>
                <a:latin typeface="Consolas"/>
              </a:rPr>
              <a:t>    ├── manage.py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FF7A45"/>
                </a:solidFill>
                <a:latin typeface="Consolas"/>
              </a:rPr>
              <a:t>    ├── jira_main/          ← settings · urls · wsgi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FF7A45"/>
                </a:solidFill>
                <a:latin typeface="Consolas"/>
              </a:rPr>
              <a:t>    ├── users/              ← Auth · RBAC · Custom User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FF7A45"/>
                </a:solidFill>
                <a:latin typeface="Consolas"/>
              </a:rPr>
              <a:t>    ├── projects/           ← Projects · Members · Sprints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FF7A45"/>
                </a:solidFill>
                <a:latin typeface="Consolas"/>
              </a:rPr>
              <a:t>    ├── issues/             ← Issues · Labels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FF7A45"/>
                </a:solidFill>
                <a:latin typeface="Consolas"/>
              </a:rPr>
              <a:t>    ├── wiki/               ← Spaces · Pages · Versioning</a:t>
            </a:r>
          </a:p>
          <a:p>
            <a:pPr>
              <a:spcAft>
                <a:spcPts val="200"/>
              </a:spcAft>
            </a:pPr>
            <a:r>
              <a:rPr sz="950" b="0" i="0">
                <a:solidFill>
                  <a:srgbClr val="FF7A45"/>
                </a:solidFill>
                <a:latin typeface="Consolas"/>
              </a:rPr>
              <a:t>    └── search/             ← Full-text + AI search stub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758952"/>
            <a:ext cx="6062472" cy="978408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0720" y="758952"/>
            <a:ext cx="50292" cy="978408"/>
          </a:xfrm>
          <a:prstGeom prst="rect">
            <a:avLst/>
          </a:prstGeom>
          <a:solidFill>
            <a:srgbClr val="E75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70448" y="886968"/>
            <a:ext cx="502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0D0D0D"/>
                </a:solidFill>
                <a:latin typeface="Neue Montreal"/>
              </a:rPr>
              <a:t>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841248"/>
            <a:ext cx="52120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75026"/>
                </a:solidFill>
                <a:latin typeface="Neue Montreal"/>
              </a:rPr>
              <a:t>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1179576"/>
            <a:ext cx="5212080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1A"/>
                </a:solidFill>
                <a:latin typeface="Neue Montreal"/>
              </a:rPr>
              <a:t>Custom User model · email login · 4 roles
JWT auth · RBAC permission classes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1828800"/>
            <a:ext cx="6062472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60720" y="1828800"/>
            <a:ext cx="50292" cy="978408"/>
          </a:xfrm>
          <a:prstGeom prst="rect">
            <a:avLst/>
          </a:prstGeom>
          <a:solidFill>
            <a:srgbClr val="863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0448" y="1956816"/>
            <a:ext cx="502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0D0D0D"/>
                </a:solidFill>
                <a:latin typeface="Neue Montreal"/>
              </a:rPr>
              <a:t>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1911096"/>
            <a:ext cx="52120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863000"/>
                </a:solidFill>
                <a:latin typeface="Neue Montreal"/>
              </a:rPr>
              <a:t>projects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249424"/>
            <a:ext cx="5212080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1A"/>
                </a:solidFill>
                <a:latin typeface="Neue Montreal"/>
              </a:rPr>
              <a:t>Project CRUD · membership tracking
Sprint lifecycle: planned→active→completed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2898648"/>
            <a:ext cx="6062472" cy="978408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60720" y="2898648"/>
            <a:ext cx="50292" cy="978408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70448" y="3026664"/>
            <a:ext cx="502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0D0D0D"/>
                </a:solidFill>
                <a:latin typeface="Neue Montreal"/>
              </a:rPr>
              <a:t>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2980944"/>
            <a:ext cx="52120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7A45"/>
                </a:solidFill>
                <a:latin typeface="Neue Montreal"/>
              </a:rPr>
              <a:t>issues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319272"/>
            <a:ext cx="5212080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1A"/>
                </a:solidFill>
                <a:latin typeface="Neue Montreal"/>
              </a:rPr>
              <a:t>Issues (status · priority · story pts)
Labels · sprint assignment · backlog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3968496"/>
            <a:ext cx="6062472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60720" y="3968496"/>
            <a:ext cx="50292" cy="978408"/>
          </a:xfrm>
          <a:prstGeom prst="rect">
            <a:avLst/>
          </a:prstGeom>
          <a:solidFill>
            <a:srgbClr val="865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70448" y="4096512"/>
            <a:ext cx="502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0D0D0D"/>
                </a:solidFill>
                <a:latin typeface="Neue Montreal"/>
              </a:rPr>
              <a:t>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4050792"/>
            <a:ext cx="52120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86582C"/>
                </a:solidFill>
                <a:latin typeface="Neue Montreal"/>
              </a:rPr>
              <a:t>wiki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389120"/>
            <a:ext cx="5212080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1A"/>
                </a:solidFill>
                <a:latin typeface="Neue Montreal"/>
              </a:rPr>
              <a:t>Spaces · hierarchical pages (parent FK)
Auto-versioning · ticket cross-links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5038344"/>
            <a:ext cx="6062472" cy="978408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760720" y="5038344"/>
            <a:ext cx="50292" cy="978408"/>
          </a:xfrm>
          <a:prstGeom prst="rect">
            <a:avLst/>
          </a:prstGeom>
          <a:solidFill>
            <a:srgbClr val="CC7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70448" y="5166360"/>
            <a:ext cx="502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0D0D0D"/>
                </a:solidFill>
                <a:latin typeface="Neue Montreal"/>
              </a:rPr>
              <a:t>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5120640"/>
            <a:ext cx="52120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CC7733"/>
                </a:solidFill>
                <a:latin typeface="Neue Montreal"/>
              </a:rPr>
              <a:t>search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5458968"/>
            <a:ext cx="5212080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1A1A1A"/>
                </a:solidFill>
                <a:latin typeface="Neue Montreal"/>
              </a:rPr>
              <a:t>Phase 1: icontains stub (live)
Phase 2: FastAPI semantic 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E75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277600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200" b="1" i="0" dirty="0" err="1">
                <a:solidFill>
                  <a:srgbClr val="FFFFFF"/>
                </a:solidFill>
                <a:latin typeface="Neue Montreal"/>
              </a:rPr>
              <a:t>Url</a:t>
            </a:r>
            <a:r>
              <a:rPr lang="en-US" sz="2200" b="1" i="0" dirty="0">
                <a:solidFill>
                  <a:srgbClr val="FFFFFF"/>
                </a:solidFill>
                <a:latin typeface="Neue Montreal"/>
              </a:rPr>
              <a:t> Endpoints</a:t>
            </a:r>
            <a:endParaRPr sz="2200" b="1" i="0" dirty="0">
              <a:solidFill>
                <a:srgbClr val="FFFFFF"/>
              </a:solidFill>
              <a:latin typeface="Neue Montre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506200" y="91440"/>
            <a:ext cx="5029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FFFFFF"/>
                </a:solidFill>
                <a:latin typeface="Neue Montre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73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 i="0">
                <a:solidFill>
                  <a:srgbClr val="888888"/>
                </a:solidFill>
                <a:latin typeface="Neue Montreal"/>
              </a:rPr>
              <a:t>BrainBoard  ·  3SC Hackathon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758952"/>
            <a:ext cx="5577840" cy="256032"/>
          </a:xfrm>
          <a:prstGeom prst="rect">
            <a:avLst/>
          </a:prstGeom>
          <a:solidFill>
            <a:srgbClr val="E75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758952"/>
            <a:ext cx="5440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FFFFFF"/>
                </a:solidFill>
                <a:latin typeface="Neue Montreal"/>
              </a:rPr>
              <a:t>🔐  AUTH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014984"/>
            <a:ext cx="5577840" cy="237744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" y="1042416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863000"/>
                </a:solidFill>
                <a:latin typeface="Consolas"/>
              </a:rP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042416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0D0D"/>
                </a:solidFill>
                <a:latin typeface="Consolas"/>
              </a:rPr>
              <a:t>/auth/login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042416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63000"/>
                </a:solidFill>
                <a:latin typeface="Neue Montreal"/>
              </a:rPr>
              <a:t>Public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1042416"/>
            <a:ext cx="2377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8888"/>
                </a:solidFill>
                <a:latin typeface="Neue Montreal"/>
              </a:rPr>
              <a:t>Login + return JWT tokens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1252728"/>
            <a:ext cx="557784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1752" y="1280160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863000"/>
                </a:solidFill>
                <a:latin typeface="Consolas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5024" y="1280160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0D0D"/>
                </a:solidFill>
                <a:latin typeface="Consolas"/>
              </a:rPr>
              <a:t>/auth/logout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1280160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63000"/>
                </a:solidFill>
                <a:latin typeface="Neue Montreal"/>
              </a:rPr>
              <a:t>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1280160"/>
            <a:ext cx="2377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8888"/>
                </a:solidFill>
                <a:latin typeface="Neue Montreal"/>
              </a:rPr>
              <a:t>Logout confirmation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" y="1490472"/>
            <a:ext cx="5577840" cy="237744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1752" y="1517904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B86A00"/>
                </a:solidFill>
                <a:latin typeface="Consolas"/>
              </a:rPr>
              <a:t>GET/PATCH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5024" y="1517904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0D0D"/>
                </a:solidFill>
                <a:latin typeface="Consolas"/>
              </a:rPr>
              <a:t>/auth/me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1517904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63000"/>
                </a:solidFill>
                <a:latin typeface="Neue Montreal"/>
              </a:rPr>
              <a:t>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1517904"/>
            <a:ext cx="2377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8888"/>
                </a:solidFill>
                <a:latin typeface="Neue Montreal"/>
              </a:rPr>
              <a:t>Profile &amp; password change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1728216"/>
            <a:ext cx="557784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1752" y="1755648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2E7D32"/>
                </a:solidFill>
                <a:latin typeface="Consolas"/>
              </a:rP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5024" y="1755648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0D0D"/>
                </a:solidFill>
                <a:latin typeface="Consolas"/>
              </a:rPr>
              <a:t>/users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1755648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63000"/>
                </a:solidFill>
                <a:latin typeface="Neue Montreal"/>
              </a:rPr>
              <a:t>Auth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47872" y="1755648"/>
            <a:ext cx="2377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8888"/>
                </a:solidFill>
                <a:latin typeface="Neue Montreal"/>
              </a:rPr>
              <a:t>List all users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" y="1965960"/>
            <a:ext cx="5577840" cy="237744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01752" y="1993392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863000"/>
                </a:solidFill>
                <a:latin typeface="Consolas"/>
              </a:rPr>
              <a:t>POST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5024" y="199339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0D0D"/>
                </a:solidFill>
                <a:latin typeface="Consolas"/>
              </a:rPr>
              <a:t>/users/create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1993392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63000"/>
                </a:solidFill>
                <a:latin typeface="Neue Montreal"/>
              </a:rPr>
              <a:t>Admin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7872" y="1993392"/>
            <a:ext cx="2377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8888"/>
                </a:solidFill>
                <a:latin typeface="Neue Montreal"/>
              </a:rPr>
              <a:t>Create new user account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" y="2203704"/>
            <a:ext cx="557784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01752" y="2231136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B86A00"/>
                </a:solidFill>
                <a:latin typeface="Consolas"/>
              </a:rPr>
              <a:t>GET/PATCH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35024" y="2231136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0D0D"/>
                </a:solidFill>
                <a:latin typeface="Consolas"/>
              </a:rPr>
              <a:t>/users/&lt;id&gt;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2231136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63000"/>
                </a:solidFill>
                <a:latin typeface="Neue Montreal"/>
              </a:rPr>
              <a:t>Admin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47872" y="2231136"/>
            <a:ext cx="2377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8888"/>
                </a:solidFill>
                <a:latin typeface="Neue Montreal"/>
              </a:rPr>
              <a:t>View / update user role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" y="3017520"/>
            <a:ext cx="5577840" cy="256032"/>
          </a:xfrm>
          <a:prstGeom prst="rect">
            <a:avLst/>
          </a:prstGeom>
          <a:solidFill>
            <a:srgbClr val="E75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7472" y="3017520"/>
            <a:ext cx="5440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FFFFFF"/>
                </a:solidFill>
                <a:latin typeface="Neue Montreal"/>
              </a:rPr>
              <a:t>🐛  ISSUES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032" y="3273552"/>
            <a:ext cx="5577840" cy="237744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01752" y="3300984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2E7D32"/>
                </a:solidFill>
                <a:latin typeface="Consolas"/>
              </a:rPr>
              <a:t>GET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35024" y="3300984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0D0D"/>
                </a:solidFill>
                <a:latin typeface="Consolas"/>
              </a:rPr>
              <a:t>/projects/&lt;id&gt;/issues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3300984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63000"/>
                </a:solidFill>
                <a:latin typeface="Neue Montreal"/>
              </a:rPr>
              <a:t>Auth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47872" y="3300984"/>
            <a:ext cx="2377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8888"/>
                </a:solidFill>
                <a:latin typeface="Neue Montreal"/>
              </a:rPr>
              <a:t>List all issues for a project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" y="3511296"/>
            <a:ext cx="557784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01752" y="3538728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863000"/>
                </a:solidFill>
                <a:latin typeface="Consolas"/>
              </a:rPr>
              <a:t>POST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35024" y="3538728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0D0D"/>
                </a:solidFill>
                <a:latin typeface="Consolas"/>
              </a:rPr>
              <a:t>/issues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17520" y="3538728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63000"/>
                </a:solidFill>
                <a:latin typeface="Neue Montreal"/>
              </a:rPr>
              <a:t>Dev+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47872" y="3538728"/>
            <a:ext cx="2377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8888"/>
                </a:solidFill>
                <a:latin typeface="Neue Montreal"/>
              </a:rPr>
              <a:t>Create issue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6032" y="3749040"/>
            <a:ext cx="5577840" cy="237744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01752" y="3776472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B86A00"/>
                </a:solidFill>
                <a:latin typeface="Consolas"/>
              </a:rPr>
              <a:t>GET/PATCH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35024" y="377647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0D0D"/>
                </a:solidFill>
                <a:latin typeface="Consolas"/>
              </a:rPr>
              <a:t>/issues/&lt;id&gt;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17520" y="3776472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63000"/>
                </a:solidFill>
                <a:latin typeface="Neue Montreal"/>
              </a:rPr>
              <a:t>Role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47872" y="3776472"/>
            <a:ext cx="2377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8888"/>
                </a:solidFill>
                <a:latin typeface="Neue Montreal"/>
              </a:rPr>
              <a:t>Manage issue (developer: own only)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6032" y="3986784"/>
            <a:ext cx="557784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01752" y="4014216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CC2200"/>
                </a:solidFill>
                <a:latin typeface="Consolas"/>
              </a:rPr>
              <a:t>DELETE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35024" y="4014216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0D0D"/>
                </a:solidFill>
                <a:latin typeface="Consolas"/>
              </a:rPr>
              <a:t>/issues/&lt;id&gt;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17520" y="4014216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63000"/>
                </a:solidFill>
                <a:latin typeface="Neue Montreal"/>
              </a:rPr>
              <a:t>PM+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47872" y="4014216"/>
            <a:ext cx="2377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8888"/>
                </a:solidFill>
                <a:latin typeface="Neue Montreal"/>
              </a:rPr>
              <a:t>Delete issue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6032" y="4224528"/>
            <a:ext cx="5577840" cy="237744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01752" y="4251960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863000"/>
                </a:solidFill>
                <a:latin typeface="Consolas"/>
              </a:rPr>
              <a:t>GET/POST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35024" y="4251960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0D0D"/>
                </a:solidFill>
                <a:latin typeface="Consolas"/>
              </a:rPr>
              <a:t>/projects/&lt;id&gt;/labels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017520" y="4251960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63000"/>
                </a:solidFill>
                <a:latin typeface="Neue Montreal"/>
              </a:rPr>
              <a:t>Auth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47872" y="4251960"/>
            <a:ext cx="2377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8888"/>
                </a:solidFill>
                <a:latin typeface="Neue Montreal"/>
              </a:rPr>
              <a:t>Labels CRUD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35040" y="758952"/>
            <a:ext cx="5888736" cy="256032"/>
          </a:xfrm>
          <a:prstGeom prst="rect">
            <a:avLst/>
          </a:prstGeom>
          <a:solidFill>
            <a:srgbClr val="863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126480" y="758952"/>
            <a:ext cx="57515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FFFFFF"/>
                </a:solidFill>
                <a:latin typeface="Neue Montreal"/>
              </a:rPr>
              <a:t>📁  PROJECTS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35040" y="1014984"/>
            <a:ext cx="5888736" cy="237744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080760" y="1042416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2E7D32"/>
                </a:solidFill>
                <a:latin typeface="Consolas"/>
              </a:rPr>
              <a:t>GET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14032" y="1042416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0D0D"/>
                </a:solidFill>
                <a:latin typeface="Consolas"/>
              </a:rPr>
              <a:t>/projects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96528" y="1042416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63000"/>
                </a:solidFill>
                <a:latin typeface="Neue Montreal"/>
              </a:rPr>
              <a:t>Auth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26880" y="1042416"/>
            <a:ext cx="268833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8888"/>
                </a:solidFill>
                <a:latin typeface="Neue Montreal"/>
              </a:rPr>
              <a:t>List projects (scoped by role)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35040" y="1252728"/>
            <a:ext cx="588873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080760" y="1280160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863000"/>
                </a:solidFill>
                <a:latin typeface="Consolas"/>
              </a:rPr>
              <a:t>POST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14032" y="1280160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0D0D"/>
                </a:solidFill>
                <a:latin typeface="Consolas"/>
              </a:rPr>
              <a:t>/projects/create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96528" y="1280160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63000"/>
                </a:solidFill>
                <a:latin typeface="Neue Montreal"/>
              </a:rPr>
              <a:t>PM+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26880" y="1280160"/>
            <a:ext cx="268833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8888"/>
                </a:solidFill>
                <a:latin typeface="Neue Montreal"/>
              </a:rPr>
              <a:t>Create project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035040" y="1490472"/>
            <a:ext cx="5888736" cy="237744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080760" y="1517904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CC2200"/>
                </a:solidFill>
                <a:latin typeface="Consolas"/>
              </a:rPr>
              <a:t>GET/PATCH/DELETE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14032" y="1517904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0D0D"/>
                </a:solidFill>
                <a:latin typeface="Consolas"/>
              </a:rPr>
              <a:t>/projects/&lt;id&gt;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96528" y="1517904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63000"/>
                </a:solidFill>
                <a:latin typeface="Neue Montreal"/>
              </a:rPr>
              <a:t>PM+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26880" y="1517904"/>
            <a:ext cx="268833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8888"/>
                </a:solidFill>
                <a:latin typeface="Neue Montreal"/>
              </a:rPr>
              <a:t>Manage project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1728216"/>
            <a:ext cx="588873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080760" y="1755648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863000"/>
                </a:solidFill>
                <a:latin typeface="Consolas"/>
              </a:rPr>
              <a:t>POST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14032" y="1755648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0D0D"/>
                </a:solidFill>
                <a:latin typeface="Consolas"/>
              </a:rPr>
              <a:t>/projects/&lt;id&gt;/members/add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796528" y="1755648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63000"/>
                </a:solidFill>
                <a:latin typeface="Neue Montreal"/>
              </a:rPr>
              <a:t>PM+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326880" y="1755648"/>
            <a:ext cx="268833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8888"/>
                </a:solidFill>
                <a:latin typeface="Neue Montreal"/>
              </a:rPr>
              <a:t>Add member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035040" y="1965960"/>
            <a:ext cx="5888736" cy="237744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080760" y="1993392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CC2200"/>
                </a:solidFill>
                <a:latin typeface="Consolas"/>
              </a:rPr>
              <a:t>DELETE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14032" y="199339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0D0D"/>
                </a:solidFill>
                <a:latin typeface="Consolas"/>
              </a:rPr>
              <a:t>/projects/&lt;id&gt;/members/&lt;uid&gt;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796528" y="1993392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63000"/>
                </a:solidFill>
                <a:latin typeface="Neue Montreal"/>
              </a:rPr>
              <a:t>PM+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326880" y="1993392"/>
            <a:ext cx="268833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8888"/>
                </a:solidFill>
                <a:latin typeface="Neue Montreal"/>
              </a:rPr>
              <a:t>Remove member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035040" y="2203704"/>
            <a:ext cx="588873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080760" y="2231136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863000"/>
                </a:solidFill>
                <a:latin typeface="Consolas"/>
              </a:rPr>
              <a:t>GET/POST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114032" y="2231136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0D0D"/>
                </a:solidFill>
                <a:latin typeface="Consolas"/>
              </a:rPr>
              <a:t>/projects/&lt;id&gt;/sprints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796528" y="2231136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63000"/>
                </a:solidFill>
                <a:latin typeface="Neue Montreal"/>
              </a:rPr>
              <a:t>Auth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326880" y="2231136"/>
            <a:ext cx="268833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8888"/>
                </a:solidFill>
                <a:latin typeface="Neue Montreal"/>
              </a:rPr>
              <a:t>Sprints CRUD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35040" y="2441448"/>
            <a:ext cx="5888736" cy="237744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080760" y="2468880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2E7D32"/>
                </a:solidFill>
                <a:latin typeface="Consolas"/>
              </a:rPr>
              <a:t>GET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114032" y="2468880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0D0D"/>
                </a:solidFill>
                <a:latin typeface="Consolas"/>
              </a:rPr>
              <a:t>/projects/&lt;id&gt;/active-sprint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796528" y="2468880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63000"/>
                </a:solidFill>
                <a:latin typeface="Neue Montreal"/>
              </a:rPr>
              <a:t>Auth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326880" y="2468880"/>
            <a:ext cx="268833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8888"/>
                </a:solidFill>
                <a:latin typeface="Neue Montreal"/>
              </a:rPr>
              <a:t>Active sprint + issues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035040" y="2679192"/>
            <a:ext cx="588873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080760" y="2706624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B86A00"/>
                </a:solidFill>
                <a:latin typeface="Consolas"/>
              </a:rPr>
              <a:t>PATCH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114032" y="2706624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0D0D"/>
                </a:solidFill>
                <a:latin typeface="Consolas"/>
              </a:rPr>
              <a:t>/sprints/&lt;id&gt;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796528" y="2706624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63000"/>
                </a:solidFill>
                <a:latin typeface="Neue Montreal"/>
              </a:rPr>
              <a:t>PM+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326880" y="2706624"/>
            <a:ext cx="268833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8888"/>
                </a:solidFill>
                <a:latin typeface="Neue Montreal"/>
              </a:rPr>
              <a:t>Update sprint status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035040" y="3017520"/>
            <a:ext cx="5888736" cy="256032"/>
          </a:xfrm>
          <a:prstGeom prst="rect">
            <a:avLst/>
          </a:prstGeom>
          <a:solidFill>
            <a:srgbClr val="865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6126480" y="3017520"/>
            <a:ext cx="57515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1" i="0">
                <a:solidFill>
                  <a:srgbClr val="FFFFFF"/>
                </a:solidFill>
                <a:latin typeface="Neue Montreal"/>
              </a:rPr>
              <a:t>📖  WIKI &amp; SEARCH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35040" y="3273552"/>
            <a:ext cx="5888736" cy="237744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080760" y="3300984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2E7D32"/>
                </a:solidFill>
                <a:latin typeface="Consolas"/>
              </a:rPr>
              <a:t>GET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114032" y="3300984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0D0D"/>
                </a:solidFill>
                <a:latin typeface="Consolas"/>
              </a:rPr>
              <a:t>/projects/&lt;id&gt;/wiki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796528" y="3300984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63000"/>
                </a:solidFill>
                <a:latin typeface="Neue Montreal"/>
              </a:rPr>
              <a:t>Auth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326880" y="3300984"/>
            <a:ext cx="268833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8888"/>
                </a:solidFill>
                <a:latin typeface="Neue Montreal"/>
              </a:rPr>
              <a:t>List all wiki pages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035040" y="3511296"/>
            <a:ext cx="588873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080760" y="3538728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863000"/>
                </a:solidFill>
                <a:latin typeface="Consolas"/>
              </a:rPr>
              <a:t>POST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114032" y="3538728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0D0D"/>
                </a:solidFill>
                <a:latin typeface="Consolas"/>
              </a:rPr>
              <a:t>/wiki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796528" y="3538728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63000"/>
                </a:solidFill>
                <a:latin typeface="Neue Montreal"/>
              </a:rPr>
              <a:t>Dev+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326880" y="3538728"/>
            <a:ext cx="268833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8888"/>
                </a:solidFill>
                <a:latin typeface="Neue Montreal"/>
              </a:rPr>
              <a:t>Create wiki page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035040" y="3749040"/>
            <a:ext cx="5888736" cy="237744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6080760" y="3776472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B86A00"/>
                </a:solidFill>
                <a:latin typeface="Consolas"/>
              </a:rPr>
              <a:t>GET/PATCH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114032" y="377647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0D0D"/>
                </a:solidFill>
                <a:latin typeface="Consolas"/>
              </a:rPr>
              <a:t>/wiki/&lt;id&gt;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796528" y="3776472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63000"/>
                </a:solidFill>
                <a:latin typeface="Neue Montreal"/>
              </a:rPr>
              <a:t>Role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326880" y="3776472"/>
            <a:ext cx="268833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8888"/>
                </a:solidFill>
                <a:latin typeface="Neue Montreal"/>
              </a:rPr>
              <a:t>Manage page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035040" y="3986784"/>
            <a:ext cx="588873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080760" y="4014216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CC2200"/>
                </a:solidFill>
                <a:latin typeface="Consolas"/>
              </a:rPr>
              <a:t>DELETE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114032" y="4014216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0D0D"/>
                </a:solidFill>
                <a:latin typeface="Consolas"/>
              </a:rPr>
              <a:t>/wiki/&lt;id&gt;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796528" y="4014216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63000"/>
                </a:solidFill>
                <a:latin typeface="Neue Montreal"/>
              </a:rPr>
              <a:t>PM+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326880" y="4014216"/>
            <a:ext cx="268833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8888"/>
                </a:solidFill>
                <a:latin typeface="Neue Montreal"/>
              </a:rPr>
              <a:t>Delete page (cascades to children)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035040" y="4224528"/>
            <a:ext cx="5888736" cy="237744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6080760" y="4251960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2E7D32"/>
                </a:solidFill>
                <a:latin typeface="Consolas"/>
              </a:rPr>
              <a:t>GET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114032" y="4251960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0D0D"/>
                </a:solidFill>
                <a:latin typeface="Consolas"/>
              </a:rPr>
              <a:t>/wiki/&lt;id&gt;/history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796528" y="4251960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63000"/>
                </a:solidFill>
                <a:latin typeface="Neue Montreal"/>
              </a:rPr>
              <a:t>Auth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326880" y="4251960"/>
            <a:ext cx="268833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8888"/>
                </a:solidFill>
                <a:latin typeface="Neue Montreal"/>
              </a:rPr>
              <a:t>Version history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035040" y="4462272"/>
            <a:ext cx="588873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6080760" y="4489704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863000"/>
                </a:solidFill>
                <a:latin typeface="Consolas"/>
              </a:rPr>
              <a:t>POST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114032" y="4489704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0D0D"/>
                </a:solidFill>
                <a:latin typeface="Consolas"/>
              </a:rPr>
              <a:t>/wiki/&lt;id&gt;/link-ticket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796528" y="4489704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63000"/>
                </a:solidFill>
                <a:latin typeface="Neue Montreal"/>
              </a:rPr>
              <a:t>Auth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326880" y="4489704"/>
            <a:ext cx="268833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8888"/>
                </a:solidFill>
                <a:latin typeface="Neue Montreal"/>
              </a:rPr>
              <a:t>Link issue ↔ wiki page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035040" y="4700016"/>
            <a:ext cx="5888736" cy="237744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6080760" y="4727448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863000"/>
                </a:solidFill>
                <a:latin typeface="Consolas"/>
              </a:rPr>
              <a:t>POST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114032" y="4727448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D0D0D"/>
                </a:solidFill>
                <a:latin typeface="Consolas"/>
              </a:rPr>
              <a:t>/search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796528" y="4727448"/>
            <a:ext cx="502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63000"/>
                </a:solidFill>
                <a:latin typeface="Neue Montreal"/>
              </a:rPr>
              <a:t>Auth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326880" y="4727448"/>
            <a:ext cx="268833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8888"/>
                </a:solidFill>
                <a:latin typeface="Neue Montreal"/>
              </a:rPr>
              <a:t>Full-text search (issues + wiki)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E75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277600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Neue Montreal"/>
              </a:rPr>
              <a:t>Data Models &amp; Core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200" y="91440"/>
            <a:ext cx="5029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FFFFFF"/>
                </a:solidFill>
                <a:latin typeface="Neue Montreal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73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 i="0">
                <a:solidFill>
                  <a:srgbClr val="888888"/>
                </a:solidFill>
                <a:latin typeface="Neue Montreal"/>
              </a:rPr>
              <a:t>BrainBoard  ·  3SC Hackathon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758952"/>
            <a:ext cx="5303520" cy="256032"/>
          </a:xfrm>
          <a:prstGeom prst="rect">
            <a:avLst/>
          </a:prstGeom>
          <a:solidFill>
            <a:srgbClr val="E75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" y="758952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Neue Montreal"/>
              </a:rPr>
              <a:t>Entity Relationship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051560"/>
            <a:ext cx="5303520" cy="310896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6032" y="1051560"/>
            <a:ext cx="45720" cy="310896"/>
          </a:xfrm>
          <a:prstGeom prst="rect">
            <a:avLst/>
          </a:prstGeom>
          <a:solidFill>
            <a:srgbClr val="E75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088136"/>
            <a:ext cx="19202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E75026"/>
                </a:solidFill>
                <a:latin typeface="Neue Montreal"/>
              </a:rPr>
              <a:t>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088136"/>
            <a:ext cx="31455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888888"/>
                </a:solidFill>
                <a:latin typeface="Neue Montreal"/>
              </a:rPr>
              <a:t>email · role (admin|pm|developer|viewer) · avatar_url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389888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888888"/>
                </a:solidFill>
                <a:latin typeface="Neue Montreal"/>
              </a:rPr>
              <a:t>↓ owns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1609344"/>
            <a:ext cx="5303520" cy="310896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6032" y="1609344"/>
            <a:ext cx="45720" cy="310896"/>
          </a:xfrm>
          <a:prstGeom prst="rect">
            <a:avLst/>
          </a:prstGeom>
          <a:solidFill>
            <a:srgbClr val="863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645920"/>
            <a:ext cx="19202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863000"/>
                </a:solidFill>
                <a:latin typeface="Neue Montreal"/>
              </a:rPr>
              <a:t>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1645920"/>
            <a:ext cx="31455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888888"/>
                </a:solidFill>
                <a:latin typeface="Neue Montreal"/>
              </a:rPr>
              <a:t>name · description · owner · is_archived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947672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888888"/>
                </a:solidFill>
                <a:latin typeface="Neue Montreal"/>
              </a:rPr>
              <a:t>↓ has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" y="2167128"/>
            <a:ext cx="5303520" cy="310896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6032" y="2167128"/>
            <a:ext cx="45720" cy="310896"/>
          </a:xfrm>
          <a:prstGeom prst="rect">
            <a:avLst/>
          </a:prstGeom>
          <a:solidFill>
            <a:srgbClr val="66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2203704"/>
            <a:ext cx="19202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664400"/>
                </a:solidFill>
                <a:latin typeface="Neue Montreal"/>
              </a:rPr>
              <a:t>ProjectMember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2203704"/>
            <a:ext cx="31455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888888"/>
                </a:solidFill>
                <a:latin typeface="Neue Montreal"/>
              </a:rPr>
              <a:t>project ↔ user · joined_at  [unique]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" y="2505456"/>
            <a:ext cx="5303520" cy="310896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56032" y="2505456"/>
            <a:ext cx="45720" cy="310896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2542032"/>
            <a:ext cx="19202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7A45"/>
                </a:solidFill>
                <a:latin typeface="Neue Montreal"/>
              </a:rPr>
              <a:t>Sprint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2542032"/>
            <a:ext cx="31455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888888"/>
                </a:solidFill>
                <a:latin typeface="Neue Montreal"/>
              </a:rPr>
              <a:t>name · goal · status(planned→active→done) · dates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2843784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888888"/>
                </a:solidFill>
                <a:latin typeface="Neue Montreal"/>
              </a:rPr>
              <a:t>↓ contains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3063240"/>
            <a:ext cx="5303520" cy="310896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56032" y="3063240"/>
            <a:ext cx="45720" cy="310896"/>
          </a:xfrm>
          <a:prstGeom prst="rect">
            <a:avLst/>
          </a:prstGeom>
          <a:solidFill>
            <a:srgbClr val="CC44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3099816"/>
            <a:ext cx="19202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CC4411"/>
                </a:solidFill>
                <a:latin typeface="Neue Montreal"/>
              </a:rPr>
              <a:t>Issue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3099816"/>
            <a:ext cx="31455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888888"/>
                </a:solidFill>
                <a:latin typeface="Neue Montreal"/>
              </a:rPr>
              <a:t>status · priority · story_points · labels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3401568"/>
            <a:ext cx="5303520" cy="310896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56032" y="3401568"/>
            <a:ext cx="45720" cy="310896"/>
          </a:xfrm>
          <a:prstGeom prst="rect">
            <a:avLst/>
          </a:prstGeom>
          <a:solidFill>
            <a:srgbClr val="77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3438144"/>
            <a:ext cx="19202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774400"/>
                </a:solidFill>
                <a:latin typeface="Neue Montreal"/>
              </a:rPr>
              <a:t>Label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3438144"/>
            <a:ext cx="31455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888888"/>
                </a:solidFill>
                <a:latin typeface="Neue Montreal"/>
              </a:rPr>
              <a:t>name · color hex · scoped per project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739896"/>
            <a:ext cx="5303520" cy="310896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56032" y="3739896"/>
            <a:ext cx="45720" cy="310896"/>
          </a:xfrm>
          <a:prstGeom prst="rect">
            <a:avLst/>
          </a:prstGeom>
          <a:solidFill>
            <a:srgbClr val="865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3776472"/>
            <a:ext cx="19202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86582C"/>
                </a:solidFill>
                <a:latin typeface="Neue Montreal"/>
              </a:rPr>
              <a:t>WikiSpace → WikiPage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20" y="3776472"/>
            <a:ext cx="31455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888888"/>
                </a:solidFill>
                <a:latin typeface="Neue Montreal"/>
              </a:rPr>
              <a:t>parent FK hierarchy · Markdown content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5303520" cy="310896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56032" y="4078224"/>
            <a:ext cx="45720" cy="310896"/>
          </a:xfrm>
          <a:prstGeom prst="rect">
            <a:avLst/>
          </a:prstGeom>
          <a:solidFill>
            <a:srgbClr val="553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" y="4114800"/>
            <a:ext cx="19202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553311"/>
                </a:solidFill>
                <a:latin typeface="Neue Montreal"/>
              </a:rPr>
              <a:t>WikiPageVersion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31720" y="4114800"/>
            <a:ext cx="31455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888888"/>
                </a:solidFill>
                <a:latin typeface="Neue Montreal"/>
              </a:rPr>
              <a:t>auto-snapshot on every edit [immutable]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" y="4416552"/>
            <a:ext cx="5303520" cy="310896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56032" y="4416552"/>
            <a:ext cx="45720" cy="31089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5760" y="4453128"/>
            <a:ext cx="19202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1A1A1A"/>
                </a:solidFill>
                <a:latin typeface="Neue Montreal"/>
              </a:rPr>
              <a:t>TicketPageLink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31720" y="4453128"/>
            <a:ext cx="31455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888888"/>
                </a:solidFill>
                <a:latin typeface="Neue Montreal"/>
              </a:rPr>
              <a:t>issue ↔ wiki_page · unique constraint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70448" y="758952"/>
            <a:ext cx="6016752" cy="256032"/>
          </a:xfrm>
          <a:prstGeom prst="rect">
            <a:avLst/>
          </a:prstGeom>
          <a:solidFill>
            <a:srgbClr val="E75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870448" y="758952"/>
            <a:ext cx="601675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Neue Montreal"/>
              </a:rPr>
              <a:t>Key Feature Highlights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70448" y="1051560"/>
            <a:ext cx="6016752" cy="850392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870448" y="1051560"/>
            <a:ext cx="50292" cy="850392"/>
          </a:xfrm>
          <a:prstGeom prst="rect">
            <a:avLst/>
          </a:prstGeom>
          <a:solidFill>
            <a:srgbClr val="E75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961888" y="1170432"/>
            <a:ext cx="502920" cy="6126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0D0D0D"/>
                </a:solidFill>
                <a:latin typeface="Neue Montreal"/>
              </a:rPr>
              <a:t>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10528" y="1106424"/>
            <a:ext cx="5257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75026"/>
                </a:solidFill>
                <a:latin typeface="Neue Montreal"/>
              </a:rPr>
              <a:t>Sprint Lifecycle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10528" y="1380744"/>
            <a:ext cx="5257800" cy="4846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A1A1A"/>
                </a:solidFill>
                <a:latin typeface="Neue Montreal"/>
              </a:rPr>
              <a:t>Only 1 active sprint per project.
Unfinished issues auto-backlog on completion.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70448" y="1993392"/>
            <a:ext cx="6016752" cy="8503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870448" y="1993392"/>
            <a:ext cx="50292" cy="850392"/>
          </a:xfrm>
          <a:prstGeom prst="rect">
            <a:avLst/>
          </a:prstGeom>
          <a:solidFill>
            <a:srgbClr val="863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961888" y="2112264"/>
            <a:ext cx="502920" cy="6126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0D0D0D"/>
                </a:solidFill>
                <a:latin typeface="Neue Montreal"/>
              </a:rPr>
              <a:t>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10528" y="2048256"/>
            <a:ext cx="5257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863000"/>
                </a:solidFill>
                <a:latin typeface="Neue Montreal"/>
              </a:rPr>
              <a:t>Role-Based Access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10528" y="2322576"/>
            <a:ext cx="5257800" cy="4846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A1A1A"/>
                </a:solidFill>
                <a:latin typeface="Neue Montreal"/>
              </a:rPr>
              <a:t>4 roles control every endpoint.
viewer → developer → pm → admin.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0448" y="2935224"/>
            <a:ext cx="6016752" cy="850392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870448" y="2935224"/>
            <a:ext cx="50292" cy="850392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61888" y="3054096"/>
            <a:ext cx="502920" cy="6126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0D0D0D"/>
                </a:solidFill>
                <a:latin typeface="Neue Montreal"/>
              </a:rPr>
              <a:t>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10528" y="2990088"/>
            <a:ext cx="5257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7A45"/>
                </a:solidFill>
                <a:latin typeface="Neue Montreal"/>
              </a:rPr>
              <a:t>Wiki Versioning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10528" y="3264408"/>
            <a:ext cx="5257800" cy="4846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A1A1A"/>
                </a:solidFill>
                <a:latin typeface="Neue Montreal"/>
              </a:rPr>
              <a:t>Every edit creates an immutable
WikiPageVersion snapshot automatically.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70448" y="3877056"/>
            <a:ext cx="6016752" cy="8503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5870448" y="3877056"/>
            <a:ext cx="50292" cy="850392"/>
          </a:xfrm>
          <a:prstGeom prst="rect">
            <a:avLst/>
          </a:prstGeom>
          <a:solidFill>
            <a:srgbClr val="865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961888" y="3995928"/>
            <a:ext cx="502920" cy="6126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0D0D0D"/>
                </a:solidFill>
                <a:latin typeface="Neue Montreal"/>
              </a:rPr>
              <a:t>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10528" y="3931920"/>
            <a:ext cx="5257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86582C"/>
                </a:solidFill>
                <a:latin typeface="Neue Montreal"/>
              </a:rPr>
              <a:t>Cross-Linking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10528" y="4206240"/>
            <a:ext cx="5257800" cy="4846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A1A1A"/>
                </a:solidFill>
                <a:latin typeface="Neue Montreal"/>
              </a:rPr>
              <a:t>Issues linked to wiki pages
bidirectionally via TicketPageLink.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870448" y="4818888"/>
            <a:ext cx="6016752" cy="850392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5870448" y="4818888"/>
            <a:ext cx="50292" cy="850392"/>
          </a:xfrm>
          <a:prstGeom prst="rect">
            <a:avLst/>
          </a:prstGeom>
          <a:solidFill>
            <a:srgbClr val="44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961888" y="4937760"/>
            <a:ext cx="502920" cy="6126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0D0D0D"/>
                </a:solidFill>
                <a:latin typeface="Neue Montreal"/>
              </a:rPr>
              <a:t>🌱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10528" y="4873752"/>
            <a:ext cx="5257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443300"/>
                </a:solidFill>
                <a:latin typeface="Neue Montreal"/>
              </a:rPr>
              <a:t>Seed Data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10528" y="5148072"/>
            <a:ext cx="5257800" cy="4846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A1A1A"/>
                </a:solidFill>
                <a:latin typeface="Neue Montreal"/>
              </a:rPr>
              <a:t>7 users · 3 projects · 30+ issues
10+ wiki pages for instant testing.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870448" y="5760720"/>
            <a:ext cx="6016752" cy="8503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5870448" y="5760720"/>
            <a:ext cx="50292" cy="8503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961888" y="5879592"/>
            <a:ext cx="502920" cy="6126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0D0D0D"/>
                </a:solidFill>
                <a:latin typeface="Neue Montreal"/>
              </a:rPr>
              <a:t>🔐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10528" y="5815584"/>
            <a:ext cx="5257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A1A1A"/>
                </a:solidFill>
                <a:latin typeface="Neue Montreal"/>
              </a:rPr>
              <a:t>JWT Auth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10528" y="6089904"/>
            <a:ext cx="5257800" cy="4846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A1A1A"/>
                </a:solidFill>
                <a:latin typeface="Neue Montreal"/>
              </a:rPr>
              <a:t>8h access tokens · 7d refresh
Bearer header via SimpleJWT.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E75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277600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Neue Montreal"/>
              </a:rPr>
              <a:t>Phase 2 — AI-Powered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6200" y="91440"/>
            <a:ext cx="5029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FFFFFF"/>
                </a:solidFill>
                <a:latin typeface="Neue Montreal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1173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 i="0">
                <a:solidFill>
                  <a:srgbClr val="888888"/>
                </a:solidFill>
                <a:latin typeface="Neue Montreal"/>
              </a:rPr>
              <a:t>FastAPI DS layer already wired · Phase 2 integrates progressively without changing the Django REST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67512"/>
            <a:ext cx="1155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1">
                <a:solidFill>
                  <a:srgbClr val="888888"/>
                </a:solidFill>
                <a:latin typeface="Neue Montreal"/>
              </a:rPr>
              <a:t>Planned AI features powered by the FastAPI DS microservice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78408"/>
            <a:ext cx="3749039" cy="2029968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6032" y="978408"/>
            <a:ext cx="3749039" cy="45720"/>
          </a:xfrm>
          <a:prstGeom prst="rect">
            <a:avLst/>
          </a:prstGeom>
          <a:solidFill>
            <a:srgbClr val="E75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84048" y="1088136"/>
            <a:ext cx="475488" cy="475488"/>
          </a:xfrm>
          <a:prstGeom prst="ellipse">
            <a:avLst/>
          </a:prstGeom>
          <a:solidFill>
            <a:srgbClr val="E75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1088136"/>
            <a:ext cx="475488" cy="4754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0D0D0D"/>
                </a:solidFill>
                <a:latin typeface="Neue Montreal"/>
              </a:rPr>
              <a:t>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1106424"/>
            <a:ext cx="29260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75026"/>
                </a:solidFill>
                <a:latin typeface="Neue Montreal"/>
              </a:rPr>
              <a:t>Semantic 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1618488"/>
            <a:ext cx="3493007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1691640"/>
            <a:ext cx="3493007" cy="1261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A1A1A"/>
                </a:solidFill>
                <a:latin typeface="Neue Montreal"/>
              </a:rPr>
              <a:t>Replace icontains with vector embeddings.
Search 'auth-related issues' → semantically
relevant results across all content.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87952" y="978408"/>
            <a:ext cx="3749039" cy="2029968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87952" y="978408"/>
            <a:ext cx="3749039" cy="45720"/>
          </a:xfrm>
          <a:prstGeom prst="rect">
            <a:avLst/>
          </a:prstGeom>
          <a:solidFill>
            <a:srgbClr val="863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315968" y="1088136"/>
            <a:ext cx="475488" cy="475488"/>
          </a:xfrm>
          <a:prstGeom prst="ellipse">
            <a:avLst/>
          </a:prstGeom>
          <a:solidFill>
            <a:srgbClr val="863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15968" y="1088136"/>
            <a:ext cx="475488" cy="4754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0D0D0D"/>
                </a:solidFill>
                <a:latin typeface="Neue Montreal"/>
              </a:rPr>
              <a:t>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1184" y="1106424"/>
            <a:ext cx="29260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863000"/>
                </a:solidFill>
                <a:latin typeface="Neue Montreal"/>
              </a:rPr>
              <a:t>AI Summarization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5968" y="1618488"/>
            <a:ext cx="3493007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15968" y="1691640"/>
            <a:ext cx="3493007" cy="1261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A1A1A"/>
                </a:solidFill>
                <a:latin typeface="Neue Montreal"/>
              </a:rPr>
              <a:t>Auto-generate summaries for issues,
sprint reports and wiki pages.
Helps PMs triage without reading every ticket.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19872" y="978408"/>
            <a:ext cx="3749039" cy="2029968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19872" y="978408"/>
            <a:ext cx="3749039" cy="45720"/>
          </a:xfrm>
          <a:prstGeom prst="rect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247888" y="1088136"/>
            <a:ext cx="475488" cy="47548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47888" y="1088136"/>
            <a:ext cx="475488" cy="4754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0D0D0D"/>
                </a:solidFill>
                <a:latin typeface="Neue Montreal"/>
              </a:rPr>
              <a:t>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1106424"/>
            <a:ext cx="29260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7A45"/>
                </a:solidFill>
                <a:latin typeface="Neue Montreal"/>
              </a:rPr>
              <a:t>Smart Suggestions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47888" y="1618488"/>
            <a:ext cx="3493007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47888" y="1691640"/>
            <a:ext cx="3493007" cy="1261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A1A1A"/>
                </a:solidFill>
                <a:latin typeface="Neue Montreal"/>
              </a:rPr>
              <a:t>Detect duplicate issues, suggest related
wiki pages, recommend assignees based
on historical assignment patterns.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" y="3154680"/>
            <a:ext cx="3749039" cy="2029968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56032" y="3154680"/>
            <a:ext cx="3749039" cy="45720"/>
          </a:xfrm>
          <a:prstGeom prst="rect">
            <a:avLst/>
          </a:prstGeom>
          <a:solidFill>
            <a:srgbClr val="865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84048" y="3264408"/>
            <a:ext cx="475488" cy="475488"/>
          </a:xfrm>
          <a:prstGeom prst="ellipse">
            <a:avLst/>
          </a:prstGeom>
          <a:solidFill>
            <a:srgbClr val="865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4048" y="3264408"/>
            <a:ext cx="475488" cy="4754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0D0D0D"/>
                </a:solidFill>
                <a:latin typeface="Neue Montreal"/>
              </a:rPr>
              <a:t>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" y="3282696"/>
            <a:ext cx="29260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86582C"/>
                </a:solidFill>
                <a:latin typeface="Neue Montreal"/>
              </a:rPr>
              <a:t>Sprint Intelligence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3794760"/>
            <a:ext cx="3493007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4048" y="3867912"/>
            <a:ext cx="3493007" cy="1261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A1A1A"/>
                </a:solidFill>
                <a:latin typeface="Neue Montreal"/>
              </a:rPr>
              <a:t>Analyse velocity, flag at-risk stories,
detect blockers, auto-generate
sprint retrospective summaries.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87952" y="3154680"/>
            <a:ext cx="3749039" cy="2029968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187952" y="3154680"/>
            <a:ext cx="3749039" cy="45720"/>
          </a:xfrm>
          <a:prstGeom prst="rect">
            <a:avLst/>
          </a:prstGeom>
          <a:solidFill>
            <a:srgbClr val="55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4315968" y="3264408"/>
            <a:ext cx="475488" cy="475488"/>
          </a:xfrm>
          <a:prstGeom prst="ellipse">
            <a:avLst/>
          </a:prstGeom>
          <a:solidFill>
            <a:srgbClr val="55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15968" y="3264408"/>
            <a:ext cx="475488" cy="4754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0D0D0D"/>
                </a:solidFill>
                <a:latin typeface="Neue Montreal"/>
              </a:rPr>
              <a:t>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01184" y="3282696"/>
            <a:ext cx="29260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553300"/>
                </a:solidFill>
                <a:latin typeface="Neue Montreal"/>
              </a:rPr>
              <a:t>AI Wiki Assistant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15968" y="3794760"/>
            <a:ext cx="3493007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15968" y="3867912"/>
            <a:ext cx="3493007" cy="1261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A1A1A"/>
                </a:solidFill>
                <a:latin typeface="Neue Montreal"/>
              </a:rPr>
              <a:t>Chat with your project knowledge base.
RAG-grounded answers from wiki pages
and issue history.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19872" y="3154680"/>
            <a:ext cx="3749039" cy="2029968"/>
          </a:xfrm>
          <a:prstGeom prst="rect">
            <a:avLst/>
          </a:prstGeom>
          <a:solidFill>
            <a:srgbClr val="F2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119872" y="3154680"/>
            <a:ext cx="3749039" cy="45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247888" y="3264408"/>
            <a:ext cx="475488" cy="475488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47888" y="3264408"/>
            <a:ext cx="475488" cy="4754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0D0D0D"/>
                </a:solidFill>
                <a:latin typeface="Neue Montreal"/>
              </a:rPr>
              <a:t>🏷️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33104" y="3282696"/>
            <a:ext cx="29260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A1A1A"/>
                </a:solidFill>
                <a:latin typeface="Neue Montreal"/>
              </a:rPr>
              <a:t>Auto-Labeling &amp; Triage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47888" y="3794760"/>
            <a:ext cx="3493007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47888" y="3867912"/>
            <a:ext cx="3493007" cy="1261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A1A1A"/>
                </a:solidFill>
                <a:latin typeface="Neue Montreal"/>
              </a:rPr>
              <a:t>ML model on issue text auto-suggests
labels, priority levels, and story points —
less manual overhead for dev teams.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E7F89-9621-F1BD-39BF-FE49228B8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">
            <a:extLst>
              <a:ext uri="{FF2B5EF4-FFF2-40B4-BE49-F238E27FC236}">
                <a16:creationId xmlns:a16="http://schemas.microsoft.com/office/drawing/2014/main" id="{22BD606E-64EE-4341-9C1A-7B152926683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-434"/>
          <a:stretch/>
        </p:blipFill>
        <p:spPr>
          <a:xfrm>
            <a:off x="0" y="0"/>
            <a:ext cx="12217836" cy="685044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9AF3DA3-D464-8BAD-C9BD-0B1AD87EC562}"/>
              </a:ext>
            </a:extLst>
          </p:cNvPr>
          <p:cNvSpPr/>
          <p:nvPr/>
        </p:nvSpPr>
        <p:spPr>
          <a:xfrm>
            <a:off x="6569237" y="1950358"/>
            <a:ext cx="4425126" cy="37475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CE82E8E5-CA15-57DB-21DC-3220EDE71639}"/>
              </a:ext>
            </a:extLst>
          </p:cNvPr>
          <p:cNvSpPr txBox="1"/>
          <p:nvPr/>
        </p:nvSpPr>
        <p:spPr>
          <a:xfrm>
            <a:off x="8302438" y="5787316"/>
            <a:ext cx="3658904" cy="6348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66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eue Montreal"/>
              <a:ea typeface="+mn-ea"/>
              <a:cs typeface="+mn-cs"/>
            </a:endParaRP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6B682DB0-03DC-5D5C-4691-B3B634BE9F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2673" y="5873787"/>
            <a:ext cx="996784" cy="803975"/>
          </a:xfrm>
          <a:prstGeom prst="rect">
            <a:avLst/>
          </a:prstGeom>
        </p:spPr>
      </p:pic>
      <p:sp>
        <p:nvSpPr>
          <p:cNvPr id="14" name="TextBox 5">
            <a:extLst>
              <a:ext uri="{FF2B5EF4-FFF2-40B4-BE49-F238E27FC236}">
                <a16:creationId xmlns:a16="http://schemas.microsoft.com/office/drawing/2014/main" id="{3FCCD1B4-AAAA-B572-5152-9E8C7515B0AE}"/>
              </a:ext>
            </a:extLst>
          </p:cNvPr>
          <p:cNvSpPr txBox="1"/>
          <p:nvPr/>
        </p:nvSpPr>
        <p:spPr>
          <a:xfrm>
            <a:off x="1197637" y="5578174"/>
            <a:ext cx="1820059" cy="5890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933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66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Montreal"/>
                <a:ea typeface="+mn-ea"/>
                <a:cs typeface="+mn-cs"/>
              </a:rPr>
              <a:t>3SC  ·  </a:t>
            </a:r>
            <a:r>
              <a:rPr kumimoji="0" lang="en-US" sz="6666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Montreal"/>
                <a:ea typeface="+mn-ea"/>
                <a:cs typeface="+mn-cs"/>
              </a:rPr>
              <a:t>BrainBoard</a:t>
            </a:r>
            <a:endParaRPr kumimoji="0" lang="en-US" sz="6666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eue Montreal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52117" y="2114950"/>
            <a:ext cx="4150806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 i="0">
                <a:solidFill>
                  <a:srgbClr val="E75026"/>
                </a:solidFill>
                <a:latin typeface="Neue Montreal"/>
              </a:rPr>
              <a:t>Thank You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52117" y="2937910"/>
            <a:ext cx="4059366" cy="50292"/>
          </a:xfrm>
          <a:prstGeom prst="rect">
            <a:avLst/>
          </a:prstGeom>
          <a:solidFill>
            <a:srgbClr val="E75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52117" y="3029350"/>
            <a:ext cx="415080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1A1A1A"/>
                </a:solidFill>
                <a:latin typeface="Neue Montreal"/>
              </a:rPr>
              <a:t>Built with passion for the 3SC Hackathon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2117" y="3523126"/>
            <a:ext cx="4150806" cy="1234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endParaRPr sz="1200" b="0" i="0" dirty="0">
              <a:solidFill>
                <a:srgbClr val="1A1A1A"/>
              </a:solidFill>
              <a:latin typeface="Neue Montre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52117" y="4803286"/>
            <a:ext cx="4150806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888888"/>
                </a:solidFill>
                <a:latin typeface="Neue Montreal"/>
              </a:rPr>
              <a:t>Django + DRF + FastAPI + PostgreSQL</a:t>
            </a:r>
          </a:p>
        </p:txBody>
      </p:sp>
    </p:spTree>
    <p:extLst>
      <p:ext uri="{BB962C8B-B14F-4D97-AF65-F5344CB8AC3E}">
        <p14:creationId xmlns:p14="http://schemas.microsoft.com/office/powerpoint/2010/main" val="373054882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0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8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37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9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EEAA3A7FEE8E4F892ED8A9B360E0FA" ma:contentTypeVersion="11" ma:contentTypeDescription="Create a new document." ma:contentTypeScope="" ma:versionID="1d2856b4ac9e51d9c81d37af2b33c593">
  <xsd:schema xmlns:xsd="http://www.w3.org/2001/XMLSchema" xmlns:xs="http://www.w3.org/2001/XMLSchema" xmlns:p="http://schemas.microsoft.com/office/2006/metadata/properties" xmlns:ns2="0a8c8cec-6d3d-4dbd-a744-0e29ab6f408c" xmlns:ns3="afef34dd-59ac-4a32-93c2-c68f60612a76" targetNamespace="http://schemas.microsoft.com/office/2006/metadata/properties" ma:root="true" ma:fieldsID="cecad00f67e9c7ec822af2e208a6ceea" ns2:_="" ns3:_="">
    <xsd:import namespace="0a8c8cec-6d3d-4dbd-a744-0e29ab6f408c"/>
    <xsd:import namespace="afef34dd-59ac-4a32-93c2-c68f60612a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8c8cec-6d3d-4dbd-a744-0e29ab6f40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ef34dd-59ac-4a32-93c2-c68f60612a7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6DFEA1F-D62A-479E-9BA6-F70D924942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7C2C1E-EC39-4FF7-9714-27A79E8DDE53}">
  <ds:schemaRefs>
    <ds:schemaRef ds:uri="0a8c8cec-6d3d-4dbd-a744-0e29ab6f408c"/>
    <ds:schemaRef ds:uri="afef34dd-59ac-4a32-93c2-c68f60612a7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90423E8-9DAF-46F5-BE50-F9233E705838}">
  <ds:schemaRefs>
    <ds:schemaRef ds:uri="0a8c8cec-6d3d-4dbd-a744-0e29ab6f408c"/>
    <ds:schemaRef ds:uri="afef34dd-59ac-4a32-93c2-c68f60612a7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d1d936ec-8bff-4560-a8a9-60010ec034de}" enabled="0" method="" siteId="{d1d936ec-8bff-4560-a8a9-60010ec034d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946</Words>
  <Application>Microsoft Office PowerPoint</Application>
  <PresentationFormat>Widescreen</PresentationFormat>
  <Paragraphs>221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13</vt:i4>
      </vt:variant>
      <vt:variant>
        <vt:lpstr>Slide Titles</vt:lpstr>
      </vt:variant>
      <vt:variant>
        <vt:i4>6</vt:i4>
      </vt:variant>
    </vt:vector>
  </HeadingPairs>
  <TitlesOfParts>
    <vt:vector size="25" baseType="lpstr">
      <vt:lpstr>Arial</vt:lpstr>
      <vt:lpstr>Calibri</vt:lpstr>
      <vt:lpstr>Century Gothic</vt:lpstr>
      <vt:lpstr>Consolas</vt:lpstr>
      <vt:lpstr>Neue Montreal</vt:lpstr>
      <vt:lpstr>Open Sauce Bold</vt:lpstr>
      <vt:lpstr>Custom Design</vt:lpstr>
      <vt:lpstr>1_Custom Design</vt:lpstr>
      <vt:lpstr>11_Custom Design</vt:lpstr>
      <vt:lpstr>5_Custom Design</vt:lpstr>
      <vt:lpstr>15_Custom Design</vt:lpstr>
      <vt:lpstr>20_Custom Design</vt:lpstr>
      <vt:lpstr>18_Custom Design</vt:lpstr>
      <vt:lpstr>14_Custom Design</vt:lpstr>
      <vt:lpstr>2_Custom Design</vt:lpstr>
      <vt:lpstr>1_Office Theme</vt:lpstr>
      <vt:lpstr>19_Custom Design</vt:lpstr>
      <vt:lpstr>3_Custom Design</vt:lpstr>
      <vt:lpstr>4_Custom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Shivani Soni</dc:creator>
  <cp:lastModifiedBy>Harsh Malik</cp:lastModifiedBy>
  <cp:revision>4</cp:revision>
  <dcterms:created xsi:type="dcterms:W3CDTF">2023-01-21T12:08:39Z</dcterms:created>
  <dcterms:modified xsi:type="dcterms:W3CDTF">2026-04-16T05:50:42Z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0x01010066EEAA3A7FEE8E4F892ED8A9B360E0FA</vt:lpwstr>
  </property>
  <property fmtid="{D5CDD505-2E9C-101B-9397-08002B2CF9AE}" pid="3" name="MediaServiceImageTags">
    <vt:lpwstr/>
  </property>
</Properties>
</file>